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gd/metadata"/>
  <Override ContentType="application/binary" PartName="/gd/snapshot"/>
  <Override ContentType="application/binary" PartName="/gd/signature"/>
  <Override ContentType="application/binary" PartName="/gd/debuginfo"/>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97" r:id="rId5"/>
    <p:sldMasterId id="2147483698" r:id="rId6"/>
    <p:sldMasterId id="214748369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E43097-1D31-4C18-BE47-5209CEBEFA87}">
  <a:tblStyle styleId="{EAE43097-1D31-4C18-BE47-5209CEBEFA8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11" Type="http://schemas.openxmlformats.org/officeDocument/2006/relationships/slide" Target="slides/slide3.xml"/><Relationship Id="rId22" Type="http://schemas.openxmlformats.org/officeDocument/2006/relationships/slide" Target="slides/slide14.xml"/><Relationship Id="rId10" Type="http://schemas.openxmlformats.org/officeDocument/2006/relationships/slide" Target="slides/slide2.xml"/><Relationship Id="rId21" Type="http://schemas.openxmlformats.org/officeDocument/2006/relationships/slide" Target="slides/slide13.xml"/><Relationship Id="rId13" Type="http://schemas.openxmlformats.org/officeDocument/2006/relationships/slide" Target="slides/slide5.xml"/><Relationship Id="rId24" Type="http://schemas.openxmlformats.org/officeDocument/2006/relationships/slide" Target="slides/slide16.xml"/><Relationship Id="rId12" Type="http://schemas.openxmlformats.org/officeDocument/2006/relationships/slide" Target="slides/slide4.xml"/><Relationship Id="rId23" Type="http://schemas.openxmlformats.org/officeDocument/2006/relationships/slide" Target="slides/slide1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1.xml"/><Relationship Id="rId19" Type="http://schemas.openxmlformats.org/officeDocument/2006/relationships/slide" Target="slides/slide11.xml"/><Relationship Id="rId6" Type="http://schemas.openxmlformats.org/officeDocument/2006/relationships/slideMaster" Target="slideMasters/slideMaster2.xml"/><Relationship Id="rId18" Type="http://schemas.openxmlformats.org/officeDocument/2006/relationships/slide" Target="slides/slide10.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90ffa8ba11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90ffa8ba11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0ffa8ba11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90ffa8ba11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5b4f91d3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a5b4f91d3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5b4f91d3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a5b4f91d3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ab9f90d3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ab9f90d3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ab58b61d0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ab58b61d0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ab58b61d00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ab58b61d00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ab58b61d0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ab58b61d0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ab58b61d00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ab58b61d00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ab7712d0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ab7712d0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Monthly rides, for each uni , for each month we used groupby() to group all rides that occurred in that month toward that campus. Then for avg we took the mean of the total monthly rides per uni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ab7712d0b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ab7712d0b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ab7712d0b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ab7712d0b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b9f90d36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ab9f90d36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ab9f90d36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ab9f90d36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a6a17289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a6a17289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a5b4f91d3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a5b4f91d3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3225" y="1153125"/>
            <a:ext cx="4995000" cy="243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b="0" sz="5700">
                <a:latin typeface="Pridi"/>
                <a:ea typeface="Pridi"/>
                <a:cs typeface="Pridi"/>
                <a:sym typeface="Pridi"/>
              </a:defRPr>
            </a:lvl1pPr>
            <a:lvl2pPr lvl="1" algn="ctr">
              <a:spcBef>
                <a:spcPts val="0"/>
              </a:spcBef>
              <a:spcAft>
                <a:spcPts val="0"/>
              </a:spcAft>
              <a:buClr>
                <a:schemeClr val="hlink"/>
              </a:buClr>
              <a:buSzPts val="5200"/>
              <a:buNone/>
              <a:defRPr sz="5200">
                <a:solidFill>
                  <a:schemeClr val="hlink"/>
                </a:solidFill>
              </a:defRPr>
            </a:lvl2pPr>
            <a:lvl3pPr lvl="2" algn="ctr">
              <a:spcBef>
                <a:spcPts val="0"/>
              </a:spcBef>
              <a:spcAft>
                <a:spcPts val="0"/>
              </a:spcAft>
              <a:buClr>
                <a:schemeClr val="hlink"/>
              </a:buClr>
              <a:buSzPts val="5200"/>
              <a:buNone/>
              <a:defRPr sz="5200">
                <a:solidFill>
                  <a:schemeClr val="hlink"/>
                </a:solidFill>
              </a:defRPr>
            </a:lvl3pPr>
            <a:lvl4pPr lvl="3" algn="ctr">
              <a:spcBef>
                <a:spcPts val="0"/>
              </a:spcBef>
              <a:spcAft>
                <a:spcPts val="0"/>
              </a:spcAft>
              <a:buClr>
                <a:schemeClr val="hlink"/>
              </a:buClr>
              <a:buSzPts val="5200"/>
              <a:buNone/>
              <a:defRPr sz="5200">
                <a:solidFill>
                  <a:schemeClr val="hlink"/>
                </a:solidFill>
              </a:defRPr>
            </a:lvl4pPr>
            <a:lvl5pPr lvl="4" algn="ctr">
              <a:spcBef>
                <a:spcPts val="0"/>
              </a:spcBef>
              <a:spcAft>
                <a:spcPts val="0"/>
              </a:spcAft>
              <a:buClr>
                <a:schemeClr val="hlink"/>
              </a:buClr>
              <a:buSzPts val="5200"/>
              <a:buNone/>
              <a:defRPr sz="5200">
                <a:solidFill>
                  <a:schemeClr val="hlink"/>
                </a:solidFill>
              </a:defRPr>
            </a:lvl5pPr>
            <a:lvl6pPr lvl="5" algn="ctr">
              <a:spcBef>
                <a:spcPts val="0"/>
              </a:spcBef>
              <a:spcAft>
                <a:spcPts val="0"/>
              </a:spcAft>
              <a:buClr>
                <a:schemeClr val="hlink"/>
              </a:buClr>
              <a:buSzPts val="5200"/>
              <a:buNone/>
              <a:defRPr sz="5200">
                <a:solidFill>
                  <a:schemeClr val="hlink"/>
                </a:solidFill>
              </a:defRPr>
            </a:lvl6pPr>
            <a:lvl7pPr lvl="6" algn="ctr">
              <a:spcBef>
                <a:spcPts val="0"/>
              </a:spcBef>
              <a:spcAft>
                <a:spcPts val="0"/>
              </a:spcAft>
              <a:buClr>
                <a:schemeClr val="hlink"/>
              </a:buClr>
              <a:buSzPts val="5200"/>
              <a:buNone/>
              <a:defRPr sz="5200">
                <a:solidFill>
                  <a:schemeClr val="hlink"/>
                </a:solidFill>
              </a:defRPr>
            </a:lvl7pPr>
            <a:lvl8pPr lvl="7" algn="ctr">
              <a:spcBef>
                <a:spcPts val="0"/>
              </a:spcBef>
              <a:spcAft>
                <a:spcPts val="0"/>
              </a:spcAft>
              <a:buClr>
                <a:schemeClr val="hlink"/>
              </a:buClr>
              <a:buSzPts val="5200"/>
              <a:buNone/>
              <a:defRPr sz="5200">
                <a:solidFill>
                  <a:schemeClr val="hlink"/>
                </a:solidFill>
              </a:defRPr>
            </a:lvl8pPr>
            <a:lvl9pPr lvl="8" algn="ctr">
              <a:spcBef>
                <a:spcPts val="0"/>
              </a:spcBef>
              <a:spcAft>
                <a:spcPts val="0"/>
              </a:spcAft>
              <a:buClr>
                <a:schemeClr val="hlink"/>
              </a:buClr>
              <a:buSzPts val="5200"/>
              <a:buNone/>
              <a:defRPr sz="5200">
                <a:solidFill>
                  <a:schemeClr val="hlink"/>
                </a:solidFill>
              </a:defRPr>
            </a:lvl9pPr>
          </a:lstStyle>
          <a:p/>
        </p:txBody>
      </p:sp>
      <p:sp>
        <p:nvSpPr>
          <p:cNvPr id="55" name="Google Shape;55;p14"/>
          <p:cNvSpPr txBox="1"/>
          <p:nvPr>
            <p:ph idx="1" type="subTitle"/>
          </p:nvPr>
        </p:nvSpPr>
        <p:spPr>
          <a:xfrm>
            <a:off x="713225" y="3624400"/>
            <a:ext cx="4687800" cy="366000"/>
          </a:xfrm>
          <a:prstGeom prst="rect">
            <a:avLst/>
          </a:prstGeom>
          <a:solidFill>
            <a:schemeClr val="accent2"/>
          </a:solid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cxnSp>
        <p:nvCxnSpPr>
          <p:cNvPr id="56" name="Google Shape;56;p14"/>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57" name="Google Shape;57;p14"/>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804525" y="2876775"/>
            <a:ext cx="43836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5700">
                <a:solidFill>
                  <a:schemeClr val="dk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hasCustomPrompt="1" idx="2" type="title"/>
          </p:nvPr>
        </p:nvSpPr>
        <p:spPr>
          <a:xfrm>
            <a:off x="913200" y="847400"/>
            <a:ext cx="1805700" cy="18063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88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cxnSp>
        <p:nvCxnSpPr>
          <p:cNvPr id="61" name="Google Shape;61;p15"/>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62" name="Google Shape;62;p15"/>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5" name="Google Shape;65;p16"/>
          <p:cNvSpPr txBox="1"/>
          <p:nvPr>
            <p:ph idx="1" type="body"/>
          </p:nvPr>
        </p:nvSpPr>
        <p:spPr>
          <a:xfrm>
            <a:off x="720000" y="1215750"/>
            <a:ext cx="7704000" cy="32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cxnSp>
        <p:nvCxnSpPr>
          <p:cNvPr id="66" name="Google Shape;66;p16"/>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67" name="Google Shape;67;p16"/>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0" name="Google Shape;70;p17"/>
          <p:cNvSpPr txBox="1"/>
          <p:nvPr>
            <p:ph idx="1" type="subTitle"/>
          </p:nvPr>
        </p:nvSpPr>
        <p:spPr>
          <a:xfrm>
            <a:off x="4923249" y="2650350"/>
            <a:ext cx="2505600" cy="1680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 name="Google Shape;71;p17"/>
          <p:cNvSpPr txBox="1"/>
          <p:nvPr>
            <p:ph idx="2" type="subTitle"/>
          </p:nvPr>
        </p:nvSpPr>
        <p:spPr>
          <a:xfrm>
            <a:off x="1715375" y="2650350"/>
            <a:ext cx="2505600" cy="1680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2" name="Google Shape;72;p17"/>
          <p:cNvSpPr txBox="1"/>
          <p:nvPr>
            <p:ph idx="3" type="subTitle"/>
          </p:nvPr>
        </p:nvSpPr>
        <p:spPr>
          <a:xfrm>
            <a:off x="1715375" y="2208724"/>
            <a:ext cx="2505600" cy="475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3" name="Google Shape;73;p17"/>
          <p:cNvSpPr txBox="1"/>
          <p:nvPr>
            <p:ph idx="4" type="subTitle"/>
          </p:nvPr>
        </p:nvSpPr>
        <p:spPr>
          <a:xfrm>
            <a:off x="4923250" y="2208724"/>
            <a:ext cx="2505600" cy="475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74" name="Google Shape;74;p17"/>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75" name="Google Shape;75;p17"/>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78" name="Google Shape;78;p18"/>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79" name="Google Shape;79;p18"/>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0" name="Shape 80"/>
        <p:cNvGrpSpPr/>
        <p:nvPr/>
      </p:nvGrpSpPr>
      <p:grpSpPr>
        <a:xfrm>
          <a:off x="0" y="0"/>
          <a:ext cx="0" cy="0"/>
          <a:chOff x="0" y="0"/>
          <a:chExt cx="0" cy="0"/>
        </a:xfrm>
      </p:grpSpPr>
      <p:sp>
        <p:nvSpPr>
          <p:cNvPr id="81" name="Google Shape;81;p19"/>
          <p:cNvSpPr txBox="1"/>
          <p:nvPr>
            <p:ph type="title"/>
          </p:nvPr>
        </p:nvSpPr>
        <p:spPr>
          <a:xfrm>
            <a:off x="3693500" y="1074575"/>
            <a:ext cx="4717500" cy="572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 name="Google Shape;82;p19"/>
          <p:cNvSpPr txBox="1"/>
          <p:nvPr>
            <p:ph idx="1" type="subTitle"/>
          </p:nvPr>
        </p:nvSpPr>
        <p:spPr>
          <a:xfrm>
            <a:off x="3693500" y="1713625"/>
            <a:ext cx="47175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2"/>
              </a:buClr>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cxnSp>
        <p:nvCxnSpPr>
          <p:cNvPr id="83" name="Google Shape;83;p19"/>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84" name="Google Shape;84;p19"/>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20"/>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7" name="Shape 87"/>
        <p:cNvGrpSpPr/>
        <p:nvPr/>
      </p:nvGrpSpPr>
      <p:grpSpPr>
        <a:xfrm>
          <a:off x="0" y="0"/>
          <a:ext cx="0" cy="0"/>
          <a:chOff x="0" y="0"/>
          <a:chExt cx="0" cy="0"/>
        </a:xfrm>
      </p:grpSpPr>
      <p:sp>
        <p:nvSpPr>
          <p:cNvPr id="88" name="Google Shape;88;p21"/>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3000"/>
              <a:buNone/>
              <a:defRPr sz="15000">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89" name="Google Shape;89;p21"/>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2"/>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algn="ctr">
              <a:spcBef>
                <a:spcPts val="0"/>
              </a:spcBef>
              <a:spcAft>
                <a:spcPts val="0"/>
              </a:spcAft>
              <a:buSzPts val="3000"/>
              <a:buNone/>
              <a:defRPr>
                <a:solidFill>
                  <a:schemeClr val="lt1"/>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p23"/>
          <p:cNvSpPr txBox="1"/>
          <p:nvPr>
            <p:ph hasCustomPrompt="1" type="title"/>
          </p:nvPr>
        </p:nvSpPr>
        <p:spPr>
          <a:xfrm>
            <a:off x="747275" y="1905550"/>
            <a:ext cx="4756200" cy="12066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7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4" name="Google Shape;94;p23"/>
          <p:cNvSpPr txBox="1"/>
          <p:nvPr>
            <p:ph idx="1" type="subTitle"/>
          </p:nvPr>
        </p:nvSpPr>
        <p:spPr>
          <a:xfrm>
            <a:off x="747275" y="3073250"/>
            <a:ext cx="4756200" cy="366000"/>
          </a:xfrm>
          <a:prstGeom prst="rect">
            <a:avLst/>
          </a:prstGeom>
          <a:solidFill>
            <a:schemeClr val="accent2"/>
          </a:solidFill>
        </p:spPr>
        <p:txBody>
          <a:bodyPr anchorCtr="0" anchor="ctr" bIns="91425" lIns="91425" spcFirstLastPara="1" rIns="91425" wrap="square" tIns="91425">
            <a:noAutofit/>
          </a:bodyPr>
          <a:lstStyle>
            <a:lvl1pPr lvl="0">
              <a:lnSpc>
                <a:spcPct val="100000"/>
              </a:lnSpc>
              <a:spcBef>
                <a:spcPts val="0"/>
              </a:spcBef>
              <a:spcAft>
                <a:spcPts val="0"/>
              </a:spcAft>
              <a:buSzPts val="1600"/>
              <a:buNone/>
              <a:defRPr sz="15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cxnSp>
        <p:nvCxnSpPr>
          <p:cNvPr id="95" name="Google Shape;95;p23"/>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96" name="Google Shape;96;p23"/>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8" name="Shape 98"/>
        <p:cNvGrpSpPr/>
        <p:nvPr/>
      </p:nvGrpSpPr>
      <p:grpSpPr>
        <a:xfrm>
          <a:off x="0" y="0"/>
          <a:ext cx="0" cy="0"/>
          <a:chOff x="0" y="0"/>
          <a:chExt cx="0" cy="0"/>
        </a:xfrm>
      </p:grpSpPr>
      <p:sp>
        <p:nvSpPr>
          <p:cNvPr id="99" name="Google Shape;99;p25"/>
          <p:cNvSpPr txBox="1"/>
          <p:nvPr>
            <p:ph type="title"/>
          </p:nvPr>
        </p:nvSpPr>
        <p:spPr>
          <a:xfrm>
            <a:off x="72775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0" name="Google Shape;100;p25"/>
          <p:cNvSpPr txBox="1"/>
          <p:nvPr>
            <p:ph hasCustomPrompt="1" idx="2" type="title"/>
          </p:nvPr>
        </p:nvSpPr>
        <p:spPr>
          <a:xfrm>
            <a:off x="761931" y="1390706"/>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1" name="Google Shape;101;p25"/>
          <p:cNvSpPr txBox="1"/>
          <p:nvPr>
            <p:ph hasCustomPrompt="1" idx="3" type="title"/>
          </p:nvPr>
        </p:nvSpPr>
        <p:spPr>
          <a:xfrm>
            <a:off x="761931" y="3170845"/>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2" name="Google Shape;102;p25"/>
          <p:cNvSpPr txBox="1"/>
          <p:nvPr>
            <p:ph hasCustomPrompt="1" idx="4" type="title"/>
          </p:nvPr>
        </p:nvSpPr>
        <p:spPr>
          <a:xfrm>
            <a:off x="3447229" y="1390706"/>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3" name="Google Shape;103;p25"/>
          <p:cNvSpPr txBox="1"/>
          <p:nvPr>
            <p:ph hasCustomPrompt="1" idx="5" type="title"/>
          </p:nvPr>
        </p:nvSpPr>
        <p:spPr>
          <a:xfrm>
            <a:off x="3447229" y="3170845"/>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4" name="Google Shape;104;p25"/>
          <p:cNvSpPr txBox="1"/>
          <p:nvPr>
            <p:ph hasCustomPrompt="1" idx="6" type="title"/>
          </p:nvPr>
        </p:nvSpPr>
        <p:spPr>
          <a:xfrm>
            <a:off x="6111562" y="1390706"/>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5" name="Google Shape;105;p25"/>
          <p:cNvSpPr txBox="1"/>
          <p:nvPr>
            <p:ph hasCustomPrompt="1" idx="7" type="title"/>
          </p:nvPr>
        </p:nvSpPr>
        <p:spPr>
          <a:xfrm>
            <a:off x="6111562" y="3170845"/>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6" name="Google Shape;106;p25"/>
          <p:cNvSpPr txBox="1"/>
          <p:nvPr>
            <p:ph idx="1" type="subTitle"/>
          </p:nvPr>
        </p:nvSpPr>
        <p:spPr>
          <a:xfrm>
            <a:off x="720000" y="2064875"/>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7" name="Google Shape;107;p25"/>
          <p:cNvSpPr txBox="1"/>
          <p:nvPr>
            <p:ph idx="8" type="subTitle"/>
          </p:nvPr>
        </p:nvSpPr>
        <p:spPr>
          <a:xfrm>
            <a:off x="3419275" y="2064875"/>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 name="Google Shape;108;p25"/>
          <p:cNvSpPr txBox="1"/>
          <p:nvPr>
            <p:ph idx="9" type="subTitle"/>
          </p:nvPr>
        </p:nvSpPr>
        <p:spPr>
          <a:xfrm>
            <a:off x="6069925" y="2064875"/>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 name="Google Shape;109;p25"/>
          <p:cNvSpPr txBox="1"/>
          <p:nvPr>
            <p:ph idx="13" type="subTitle"/>
          </p:nvPr>
        </p:nvSpPr>
        <p:spPr>
          <a:xfrm>
            <a:off x="720000" y="3803150"/>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 name="Google Shape;110;p25"/>
          <p:cNvSpPr txBox="1"/>
          <p:nvPr>
            <p:ph idx="14" type="subTitle"/>
          </p:nvPr>
        </p:nvSpPr>
        <p:spPr>
          <a:xfrm>
            <a:off x="3419275" y="3803150"/>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1" name="Google Shape;111;p25"/>
          <p:cNvSpPr txBox="1"/>
          <p:nvPr>
            <p:ph idx="15" type="subTitle"/>
          </p:nvPr>
        </p:nvSpPr>
        <p:spPr>
          <a:xfrm>
            <a:off x="6069925" y="3803150"/>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112" name="Google Shape;112;p25"/>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13" name="Google Shape;113;p25"/>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4" name="Shape 114"/>
        <p:cNvGrpSpPr/>
        <p:nvPr/>
      </p:nvGrpSpPr>
      <p:grpSpPr>
        <a:xfrm>
          <a:off x="0" y="0"/>
          <a:ext cx="0" cy="0"/>
          <a:chOff x="0" y="0"/>
          <a:chExt cx="0" cy="0"/>
        </a:xfrm>
      </p:grpSpPr>
      <p:sp>
        <p:nvSpPr>
          <p:cNvPr id="115" name="Google Shape;11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6" name="Google Shape;116;p26"/>
          <p:cNvSpPr txBox="1"/>
          <p:nvPr>
            <p:ph idx="1" type="subTitle"/>
          </p:nvPr>
        </p:nvSpPr>
        <p:spPr>
          <a:xfrm>
            <a:off x="937625" y="2676990"/>
            <a:ext cx="2175300" cy="160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7" name="Google Shape;117;p26"/>
          <p:cNvSpPr txBox="1"/>
          <p:nvPr>
            <p:ph idx="2" type="subTitle"/>
          </p:nvPr>
        </p:nvSpPr>
        <p:spPr>
          <a:xfrm>
            <a:off x="3484347" y="2676990"/>
            <a:ext cx="2175300" cy="160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 name="Google Shape;118;p26"/>
          <p:cNvSpPr txBox="1"/>
          <p:nvPr>
            <p:ph idx="3" type="subTitle"/>
          </p:nvPr>
        </p:nvSpPr>
        <p:spPr>
          <a:xfrm>
            <a:off x="6031075" y="2676990"/>
            <a:ext cx="2175300" cy="160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9" name="Google Shape;119;p26"/>
          <p:cNvSpPr txBox="1"/>
          <p:nvPr>
            <p:ph idx="4" type="subTitle"/>
          </p:nvPr>
        </p:nvSpPr>
        <p:spPr>
          <a:xfrm>
            <a:off x="937625" y="2187776"/>
            <a:ext cx="2175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0" name="Google Shape;120;p26"/>
          <p:cNvSpPr txBox="1"/>
          <p:nvPr>
            <p:ph idx="5" type="subTitle"/>
          </p:nvPr>
        </p:nvSpPr>
        <p:spPr>
          <a:xfrm>
            <a:off x="3484350" y="2187776"/>
            <a:ext cx="2175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1" name="Google Shape;121;p26"/>
          <p:cNvSpPr txBox="1"/>
          <p:nvPr>
            <p:ph idx="6" type="subTitle"/>
          </p:nvPr>
        </p:nvSpPr>
        <p:spPr>
          <a:xfrm>
            <a:off x="6031075" y="2187776"/>
            <a:ext cx="2175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22" name="Shape 122"/>
        <p:cNvGrpSpPr/>
        <p:nvPr/>
      </p:nvGrpSpPr>
      <p:grpSpPr>
        <a:xfrm>
          <a:off x="0" y="0"/>
          <a:ext cx="0" cy="0"/>
          <a:chOff x="0" y="0"/>
          <a:chExt cx="0" cy="0"/>
        </a:xfrm>
      </p:grpSpPr>
      <p:sp>
        <p:nvSpPr>
          <p:cNvPr id="123" name="Google Shape;123;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4" name="Google Shape;124;p27"/>
          <p:cNvSpPr txBox="1"/>
          <p:nvPr>
            <p:ph idx="1" type="subTitle"/>
          </p:nvPr>
        </p:nvSpPr>
        <p:spPr>
          <a:xfrm>
            <a:off x="1253224" y="1804135"/>
            <a:ext cx="28110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5" name="Google Shape;125;p27"/>
          <p:cNvSpPr txBox="1"/>
          <p:nvPr>
            <p:ph idx="2" type="subTitle"/>
          </p:nvPr>
        </p:nvSpPr>
        <p:spPr>
          <a:xfrm>
            <a:off x="5079776" y="1804135"/>
            <a:ext cx="28110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6" name="Google Shape;126;p27"/>
          <p:cNvSpPr txBox="1"/>
          <p:nvPr>
            <p:ph idx="3" type="subTitle"/>
          </p:nvPr>
        </p:nvSpPr>
        <p:spPr>
          <a:xfrm>
            <a:off x="1253224" y="3391935"/>
            <a:ext cx="28110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7" name="Google Shape;127;p27"/>
          <p:cNvSpPr txBox="1"/>
          <p:nvPr>
            <p:ph idx="4" type="subTitle"/>
          </p:nvPr>
        </p:nvSpPr>
        <p:spPr>
          <a:xfrm>
            <a:off x="5079776" y="3391935"/>
            <a:ext cx="28110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8" name="Google Shape;128;p27"/>
          <p:cNvSpPr txBox="1"/>
          <p:nvPr>
            <p:ph idx="5" type="subTitle"/>
          </p:nvPr>
        </p:nvSpPr>
        <p:spPr>
          <a:xfrm>
            <a:off x="1253225" y="1349146"/>
            <a:ext cx="2811000" cy="487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9" name="Google Shape;129;p27"/>
          <p:cNvSpPr txBox="1"/>
          <p:nvPr>
            <p:ph idx="6" type="subTitle"/>
          </p:nvPr>
        </p:nvSpPr>
        <p:spPr>
          <a:xfrm>
            <a:off x="1253225" y="2936896"/>
            <a:ext cx="2811000" cy="487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0" name="Google Shape;130;p27"/>
          <p:cNvSpPr txBox="1"/>
          <p:nvPr>
            <p:ph idx="7" type="subTitle"/>
          </p:nvPr>
        </p:nvSpPr>
        <p:spPr>
          <a:xfrm>
            <a:off x="5079750" y="1349146"/>
            <a:ext cx="2811000" cy="487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1" name="Google Shape;131;p27"/>
          <p:cNvSpPr txBox="1"/>
          <p:nvPr>
            <p:ph idx="8" type="subTitle"/>
          </p:nvPr>
        </p:nvSpPr>
        <p:spPr>
          <a:xfrm>
            <a:off x="5079750" y="2936896"/>
            <a:ext cx="2811000" cy="487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132" name="Google Shape;132;p27"/>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33" name="Google Shape;133;p27"/>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34" name="Shape 134"/>
        <p:cNvGrpSpPr/>
        <p:nvPr/>
      </p:nvGrpSpPr>
      <p:grpSpPr>
        <a:xfrm>
          <a:off x="0" y="0"/>
          <a:ext cx="0" cy="0"/>
          <a:chOff x="0" y="0"/>
          <a:chExt cx="0" cy="0"/>
        </a:xfrm>
      </p:grpSpPr>
      <p:sp>
        <p:nvSpPr>
          <p:cNvPr id="135" name="Google Shape;135;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6" name="Google Shape;136;p28"/>
          <p:cNvSpPr txBox="1"/>
          <p:nvPr>
            <p:ph idx="1" type="subTitle"/>
          </p:nvPr>
        </p:nvSpPr>
        <p:spPr>
          <a:xfrm>
            <a:off x="723900" y="1689176"/>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7" name="Google Shape;137;p28"/>
          <p:cNvSpPr txBox="1"/>
          <p:nvPr>
            <p:ph idx="2" type="subTitle"/>
          </p:nvPr>
        </p:nvSpPr>
        <p:spPr>
          <a:xfrm>
            <a:off x="3486941" y="168918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8" name="Google Shape;138;p28"/>
          <p:cNvSpPr txBox="1"/>
          <p:nvPr>
            <p:ph idx="3" type="subTitle"/>
          </p:nvPr>
        </p:nvSpPr>
        <p:spPr>
          <a:xfrm>
            <a:off x="723900" y="347782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9" name="Google Shape;139;p28"/>
          <p:cNvSpPr txBox="1"/>
          <p:nvPr>
            <p:ph idx="4" type="subTitle"/>
          </p:nvPr>
        </p:nvSpPr>
        <p:spPr>
          <a:xfrm>
            <a:off x="3486941" y="347782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0" name="Google Shape;140;p28"/>
          <p:cNvSpPr txBox="1"/>
          <p:nvPr>
            <p:ph idx="5" type="subTitle"/>
          </p:nvPr>
        </p:nvSpPr>
        <p:spPr>
          <a:xfrm>
            <a:off x="6254169" y="168918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1" name="Google Shape;141;p28"/>
          <p:cNvSpPr txBox="1"/>
          <p:nvPr>
            <p:ph idx="6" type="subTitle"/>
          </p:nvPr>
        </p:nvSpPr>
        <p:spPr>
          <a:xfrm>
            <a:off x="6254169" y="347782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2" name="Google Shape;142;p28"/>
          <p:cNvSpPr txBox="1"/>
          <p:nvPr>
            <p:ph idx="7" type="subTitle"/>
          </p:nvPr>
        </p:nvSpPr>
        <p:spPr>
          <a:xfrm>
            <a:off x="732275" y="1251328"/>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3" name="Google Shape;143;p28"/>
          <p:cNvSpPr txBox="1"/>
          <p:nvPr>
            <p:ph idx="8" type="subTitle"/>
          </p:nvPr>
        </p:nvSpPr>
        <p:spPr>
          <a:xfrm>
            <a:off x="3491124" y="1251334"/>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4" name="Google Shape;144;p28"/>
          <p:cNvSpPr txBox="1"/>
          <p:nvPr>
            <p:ph idx="9" type="subTitle"/>
          </p:nvPr>
        </p:nvSpPr>
        <p:spPr>
          <a:xfrm>
            <a:off x="6258350" y="1251334"/>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5" name="Google Shape;145;p28"/>
          <p:cNvSpPr txBox="1"/>
          <p:nvPr>
            <p:ph idx="13" type="subTitle"/>
          </p:nvPr>
        </p:nvSpPr>
        <p:spPr>
          <a:xfrm>
            <a:off x="723900" y="3036900"/>
            <a:ext cx="21339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6" name="Google Shape;146;p28"/>
          <p:cNvSpPr txBox="1"/>
          <p:nvPr>
            <p:ph idx="14" type="subTitle"/>
          </p:nvPr>
        </p:nvSpPr>
        <p:spPr>
          <a:xfrm>
            <a:off x="3491131" y="3036900"/>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7" name="Google Shape;147;p28"/>
          <p:cNvSpPr txBox="1"/>
          <p:nvPr>
            <p:ph idx="15" type="subTitle"/>
          </p:nvPr>
        </p:nvSpPr>
        <p:spPr>
          <a:xfrm>
            <a:off x="6258353" y="3036900"/>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148" name="Google Shape;148;p28"/>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49" name="Google Shape;149;p28"/>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50" name="Shape 150"/>
        <p:cNvGrpSpPr/>
        <p:nvPr/>
      </p:nvGrpSpPr>
      <p:grpSpPr>
        <a:xfrm>
          <a:off x="0" y="0"/>
          <a:ext cx="0" cy="0"/>
          <a:chOff x="0" y="0"/>
          <a:chExt cx="0" cy="0"/>
        </a:xfrm>
      </p:grpSpPr>
      <p:sp>
        <p:nvSpPr>
          <p:cNvPr id="151" name="Google Shape;151;p29"/>
          <p:cNvSpPr txBox="1"/>
          <p:nvPr>
            <p:ph hasCustomPrompt="1" type="title"/>
          </p:nvPr>
        </p:nvSpPr>
        <p:spPr>
          <a:xfrm>
            <a:off x="4835675" y="2181285"/>
            <a:ext cx="3492600" cy="5355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52" name="Google Shape;152;p29"/>
          <p:cNvSpPr txBox="1"/>
          <p:nvPr>
            <p:ph idx="1" type="subTitle"/>
          </p:nvPr>
        </p:nvSpPr>
        <p:spPr>
          <a:xfrm>
            <a:off x="4835700" y="2708587"/>
            <a:ext cx="3492600" cy="366000"/>
          </a:xfrm>
          <a:prstGeom prst="rect">
            <a:avLst/>
          </a:prstGeom>
          <a:solidFill>
            <a:schemeClr val="accen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5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53" name="Google Shape;153;p29"/>
          <p:cNvSpPr txBox="1"/>
          <p:nvPr>
            <p:ph hasCustomPrompt="1" idx="2" type="title"/>
          </p:nvPr>
        </p:nvSpPr>
        <p:spPr>
          <a:xfrm>
            <a:off x="4835688" y="946062"/>
            <a:ext cx="3492600" cy="5355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54" name="Google Shape;154;p29"/>
          <p:cNvSpPr txBox="1"/>
          <p:nvPr>
            <p:ph idx="3" type="subTitle"/>
          </p:nvPr>
        </p:nvSpPr>
        <p:spPr>
          <a:xfrm>
            <a:off x="4835700" y="1485962"/>
            <a:ext cx="3492600" cy="366000"/>
          </a:xfrm>
          <a:prstGeom prst="rect">
            <a:avLst/>
          </a:prstGeom>
          <a:solidFill>
            <a:schemeClr val="accen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5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55" name="Google Shape;155;p29"/>
          <p:cNvSpPr txBox="1"/>
          <p:nvPr>
            <p:ph hasCustomPrompt="1" idx="4" type="title"/>
          </p:nvPr>
        </p:nvSpPr>
        <p:spPr>
          <a:xfrm>
            <a:off x="4835675" y="3416508"/>
            <a:ext cx="3492600" cy="5355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56" name="Google Shape;156;p29"/>
          <p:cNvSpPr txBox="1"/>
          <p:nvPr>
            <p:ph idx="5" type="subTitle"/>
          </p:nvPr>
        </p:nvSpPr>
        <p:spPr>
          <a:xfrm>
            <a:off x="4835700" y="3965497"/>
            <a:ext cx="3492600" cy="366000"/>
          </a:xfrm>
          <a:prstGeom prst="rect">
            <a:avLst/>
          </a:prstGeom>
          <a:solidFill>
            <a:schemeClr val="accen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5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cxnSp>
        <p:nvCxnSpPr>
          <p:cNvPr id="157" name="Google Shape;157;p29"/>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58" name="Google Shape;158;p29"/>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9" name="Shape 159"/>
        <p:cNvGrpSpPr/>
        <p:nvPr/>
      </p:nvGrpSpPr>
      <p:grpSpPr>
        <a:xfrm>
          <a:off x="0" y="0"/>
          <a:ext cx="0" cy="0"/>
          <a:chOff x="0" y="0"/>
          <a:chExt cx="0" cy="0"/>
        </a:xfrm>
      </p:grpSpPr>
      <p:sp>
        <p:nvSpPr>
          <p:cNvPr id="160" name="Google Shape;160;p30"/>
          <p:cNvSpPr txBox="1"/>
          <p:nvPr>
            <p:ph type="title"/>
          </p:nvPr>
        </p:nvSpPr>
        <p:spPr>
          <a:xfrm>
            <a:off x="3899400" y="540000"/>
            <a:ext cx="4448100" cy="11136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77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61" name="Google Shape;161;p30"/>
          <p:cNvSpPr txBox="1"/>
          <p:nvPr>
            <p:ph idx="1" type="subTitle"/>
          </p:nvPr>
        </p:nvSpPr>
        <p:spPr>
          <a:xfrm>
            <a:off x="3899350" y="1841450"/>
            <a:ext cx="4448100" cy="10587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2" name="Google Shape;162;p30"/>
          <p:cNvSpPr txBox="1"/>
          <p:nvPr/>
        </p:nvSpPr>
        <p:spPr>
          <a:xfrm>
            <a:off x="3401700" y="3611950"/>
            <a:ext cx="4945800" cy="556200"/>
          </a:xfrm>
          <a:prstGeom prst="rect">
            <a:avLst/>
          </a:prstGeom>
          <a:noFill/>
          <a:ln>
            <a:noFill/>
          </a:ln>
        </p:spPr>
        <p:txBody>
          <a:bodyPr anchorCtr="0" anchor="t" bIns="91425" lIns="91425" spcFirstLastPara="1" rIns="91425" wrap="square" tIns="91425">
            <a:noAutofit/>
          </a:bodyPr>
          <a:lstStyle/>
          <a:p>
            <a:pPr indent="0" lvl="0" marL="0" rtl="0" algn="r">
              <a:spcBef>
                <a:spcPts val="300"/>
              </a:spcBef>
              <a:spcAft>
                <a:spcPts val="0"/>
              </a:spcAft>
              <a:buNone/>
            </a:pPr>
            <a:r>
              <a:rPr b="1" lang="en" sz="1200">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b="1" lang="en" sz="1200"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by </a:t>
            </a:r>
            <a:r>
              <a:rPr b="1" lang="en" sz="12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200">
                <a:solidFill>
                  <a:schemeClr val="dk1"/>
                </a:solidFill>
                <a:latin typeface="Open Sans"/>
                <a:ea typeface="Open Sans"/>
                <a:cs typeface="Open Sans"/>
                <a:sym typeface="Open Sans"/>
              </a:rPr>
              <a:t>, and infographics &amp; images by </a:t>
            </a:r>
            <a:r>
              <a:rPr b="1" lang="en" sz="12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200" u="sng">
                <a:solidFill>
                  <a:schemeClr val="dk1"/>
                </a:solidFill>
                <a:latin typeface="Open Sans"/>
                <a:ea typeface="Open Sans"/>
                <a:cs typeface="Open Sans"/>
                <a:sym typeface="Open Sans"/>
              </a:rPr>
              <a:t> </a:t>
            </a:r>
            <a:endParaRPr b="1" sz="1200" u="sng">
              <a:solidFill>
                <a:schemeClr val="dk1"/>
              </a:solidFill>
              <a:latin typeface="Open Sans"/>
              <a:ea typeface="Open Sans"/>
              <a:cs typeface="Open Sans"/>
              <a:sym typeface="Open Sans"/>
            </a:endParaRPr>
          </a:p>
        </p:txBody>
      </p:sp>
      <p:cxnSp>
        <p:nvCxnSpPr>
          <p:cNvPr id="163" name="Google Shape;163;p30"/>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64" name="Google Shape;164;p30"/>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65" name="Shape 165"/>
        <p:cNvGrpSpPr/>
        <p:nvPr/>
      </p:nvGrpSpPr>
      <p:grpSpPr>
        <a:xfrm>
          <a:off x="0" y="0"/>
          <a:ext cx="0" cy="0"/>
          <a:chOff x="0" y="0"/>
          <a:chExt cx="0" cy="0"/>
        </a:xfrm>
      </p:grpSpPr>
      <p:cxnSp>
        <p:nvCxnSpPr>
          <p:cNvPr id="166" name="Google Shape;166;p31"/>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67" name="Google Shape;167;p31"/>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68" name="Shape 168"/>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2" name="Shape 172"/>
        <p:cNvGrpSpPr/>
        <p:nvPr/>
      </p:nvGrpSpPr>
      <p:grpSpPr>
        <a:xfrm>
          <a:off x="0" y="0"/>
          <a:ext cx="0" cy="0"/>
          <a:chOff x="0" y="0"/>
          <a:chExt cx="0" cy="0"/>
        </a:xfrm>
      </p:grpSpPr>
      <p:sp>
        <p:nvSpPr>
          <p:cNvPr id="173" name="Google Shape;173;p34"/>
          <p:cNvSpPr txBox="1"/>
          <p:nvPr>
            <p:ph type="ctrTitle"/>
          </p:nvPr>
        </p:nvSpPr>
        <p:spPr>
          <a:xfrm>
            <a:off x="713225" y="1153125"/>
            <a:ext cx="4995000" cy="243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b="0" sz="5700">
                <a:latin typeface="Pridi"/>
                <a:ea typeface="Pridi"/>
                <a:cs typeface="Pridi"/>
                <a:sym typeface="Pridi"/>
              </a:defRPr>
            </a:lvl1pPr>
            <a:lvl2pPr lvl="1" algn="ctr">
              <a:spcBef>
                <a:spcPts val="0"/>
              </a:spcBef>
              <a:spcAft>
                <a:spcPts val="0"/>
              </a:spcAft>
              <a:buClr>
                <a:schemeClr val="hlink"/>
              </a:buClr>
              <a:buSzPts val="5200"/>
              <a:buNone/>
              <a:defRPr sz="5200">
                <a:solidFill>
                  <a:schemeClr val="hlink"/>
                </a:solidFill>
              </a:defRPr>
            </a:lvl2pPr>
            <a:lvl3pPr lvl="2" algn="ctr">
              <a:spcBef>
                <a:spcPts val="0"/>
              </a:spcBef>
              <a:spcAft>
                <a:spcPts val="0"/>
              </a:spcAft>
              <a:buClr>
                <a:schemeClr val="hlink"/>
              </a:buClr>
              <a:buSzPts val="5200"/>
              <a:buNone/>
              <a:defRPr sz="5200">
                <a:solidFill>
                  <a:schemeClr val="hlink"/>
                </a:solidFill>
              </a:defRPr>
            </a:lvl3pPr>
            <a:lvl4pPr lvl="3" algn="ctr">
              <a:spcBef>
                <a:spcPts val="0"/>
              </a:spcBef>
              <a:spcAft>
                <a:spcPts val="0"/>
              </a:spcAft>
              <a:buClr>
                <a:schemeClr val="hlink"/>
              </a:buClr>
              <a:buSzPts val="5200"/>
              <a:buNone/>
              <a:defRPr sz="5200">
                <a:solidFill>
                  <a:schemeClr val="hlink"/>
                </a:solidFill>
              </a:defRPr>
            </a:lvl4pPr>
            <a:lvl5pPr lvl="4" algn="ctr">
              <a:spcBef>
                <a:spcPts val="0"/>
              </a:spcBef>
              <a:spcAft>
                <a:spcPts val="0"/>
              </a:spcAft>
              <a:buClr>
                <a:schemeClr val="hlink"/>
              </a:buClr>
              <a:buSzPts val="5200"/>
              <a:buNone/>
              <a:defRPr sz="5200">
                <a:solidFill>
                  <a:schemeClr val="hlink"/>
                </a:solidFill>
              </a:defRPr>
            </a:lvl5pPr>
            <a:lvl6pPr lvl="5" algn="ctr">
              <a:spcBef>
                <a:spcPts val="0"/>
              </a:spcBef>
              <a:spcAft>
                <a:spcPts val="0"/>
              </a:spcAft>
              <a:buClr>
                <a:schemeClr val="hlink"/>
              </a:buClr>
              <a:buSzPts val="5200"/>
              <a:buNone/>
              <a:defRPr sz="5200">
                <a:solidFill>
                  <a:schemeClr val="hlink"/>
                </a:solidFill>
              </a:defRPr>
            </a:lvl6pPr>
            <a:lvl7pPr lvl="6" algn="ctr">
              <a:spcBef>
                <a:spcPts val="0"/>
              </a:spcBef>
              <a:spcAft>
                <a:spcPts val="0"/>
              </a:spcAft>
              <a:buClr>
                <a:schemeClr val="hlink"/>
              </a:buClr>
              <a:buSzPts val="5200"/>
              <a:buNone/>
              <a:defRPr sz="5200">
                <a:solidFill>
                  <a:schemeClr val="hlink"/>
                </a:solidFill>
              </a:defRPr>
            </a:lvl7pPr>
            <a:lvl8pPr lvl="7" algn="ctr">
              <a:spcBef>
                <a:spcPts val="0"/>
              </a:spcBef>
              <a:spcAft>
                <a:spcPts val="0"/>
              </a:spcAft>
              <a:buClr>
                <a:schemeClr val="hlink"/>
              </a:buClr>
              <a:buSzPts val="5200"/>
              <a:buNone/>
              <a:defRPr sz="5200">
                <a:solidFill>
                  <a:schemeClr val="hlink"/>
                </a:solidFill>
              </a:defRPr>
            </a:lvl8pPr>
            <a:lvl9pPr lvl="8" algn="ctr">
              <a:spcBef>
                <a:spcPts val="0"/>
              </a:spcBef>
              <a:spcAft>
                <a:spcPts val="0"/>
              </a:spcAft>
              <a:buClr>
                <a:schemeClr val="hlink"/>
              </a:buClr>
              <a:buSzPts val="5200"/>
              <a:buNone/>
              <a:defRPr sz="5200">
                <a:solidFill>
                  <a:schemeClr val="hlink"/>
                </a:solidFill>
              </a:defRPr>
            </a:lvl9pPr>
          </a:lstStyle>
          <a:p/>
        </p:txBody>
      </p:sp>
      <p:sp>
        <p:nvSpPr>
          <p:cNvPr id="174" name="Google Shape;174;p34"/>
          <p:cNvSpPr txBox="1"/>
          <p:nvPr>
            <p:ph idx="1" type="subTitle"/>
          </p:nvPr>
        </p:nvSpPr>
        <p:spPr>
          <a:xfrm>
            <a:off x="713225" y="3624400"/>
            <a:ext cx="4687800" cy="366000"/>
          </a:xfrm>
          <a:prstGeom prst="rect">
            <a:avLst/>
          </a:prstGeom>
          <a:solidFill>
            <a:schemeClr val="accent2"/>
          </a:solid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cxnSp>
        <p:nvCxnSpPr>
          <p:cNvPr id="175" name="Google Shape;175;p34"/>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76" name="Google Shape;176;p34"/>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p35"/>
          <p:cNvSpPr txBox="1"/>
          <p:nvPr>
            <p:ph type="title"/>
          </p:nvPr>
        </p:nvSpPr>
        <p:spPr>
          <a:xfrm>
            <a:off x="804525" y="2876775"/>
            <a:ext cx="43836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5700">
                <a:solidFill>
                  <a:schemeClr val="dk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9" name="Google Shape;179;p35"/>
          <p:cNvSpPr txBox="1"/>
          <p:nvPr>
            <p:ph hasCustomPrompt="1" idx="2" type="title"/>
          </p:nvPr>
        </p:nvSpPr>
        <p:spPr>
          <a:xfrm>
            <a:off x="913200" y="847400"/>
            <a:ext cx="1805700" cy="18063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88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cxnSp>
        <p:nvCxnSpPr>
          <p:cNvPr id="180" name="Google Shape;180;p35"/>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81" name="Google Shape;181;p35"/>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2" name="Shape 182"/>
        <p:cNvGrpSpPr/>
        <p:nvPr/>
      </p:nvGrpSpPr>
      <p:grpSpPr>
        <a:xfrm>
          <a:off x="0" y="0"/>
          <a:ext cx="0" cy="0"/>
          <a:chOff x="0" y="0"/>
          <a:chExt cx="0" cy="0"/>
        </a:xfrm>
      </p:grpSpPr>
      <p:sp>
        <p:nvSpPr>
          <p:cNvPr id="183" name="Google Shape;183;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4" name="Google Shape;184;p36"/>
          <p:cNvSpPr txBox="1"/>
          <p:nvPr>
            <p:ph idx="1" type="body"/>
          </p:nvPr>
        </p:nvSpPr>
        <p:spPr>
          <a:xfrm>
            <a:off x="720000" y="1215750"/>
            <a:ext cx="7704000" cy="32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cxnSp>
        <p:nvCxnSpPr>
          <p:cNvPr id="185" name="Google Shape;185;p36"/>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86" name="Google Shape;186;p36"/>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7" name="Shape 187"/>
        <p:cNvGrpSpPr/>
        <p:nvPr/>
      </p:nvGrpSpPr>
      <p:grpSpPr>
        <a:xfrm>
          <a:off x="0" y="0"/>
          <a:ext cx="0" cy="0"/>
          <a:chOff x="0" y="0"/>
          <a:chExt cx="0" cy="0"/>
        </a:xfrm>
      </p:grpSpPr>
      <p:sp>
        <p:nvSpPr>
          <p:cNvPr id="188" name="Google Shape;188;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9" name="Google Shape;189;p37"/>
          <p:cNvSpPr txBox="1"/>
          <p:nvPr>
            <p:ph idx="1" type="subTitle"/>
          </p:nvPr>
        </p:nvSpPr>
        <p:spPr>
          <a:xfrm>
            <a:off x="4923249" y="2650350"/>
            <a:ext cx="2505600" cy="1680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0" name="Google Shape;190;p37"/>
          <p:cNvSpPr txBox="1"/>
          <p:nvPr>
            <p:ph idx="2" type="subTitle"/>
          </p:nvPr>
        </p:nvSpPr>
        <p:spPr>
          <a:xfrm>
            <a:off x="1715375" y="2650350"/>
            <a:ext cx="2505600" cy="1680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1" name="Google Shape;191;p37"/>
          <p:cNvSpPr txBox="1"/>
          <p:nvPr>
            <p:ph idx="3" type="subTitle"/>
          </p:nvPr>
        </p:nvSpPr>
        <p:spPr>
          <a:xfrm>
            <a:off x="1715375" y="2208724"/>
            <a:ext cx="2505600" cy="475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2" name="Google Shape;192;p37"/>
          <p:cNvSpPr txBox="1"/>
          <p:nvPr>
            <p:ph idx="4" type="subTitle"/>
          </p:nvPr>
        </p:nvSpPr>
        <p:spPr>
          <a:xfrm>
            <a:off x="4923250" y="2208724"/>
            <a:ext cx="2505600" cy="475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193" name="Google Shape;193;p37"/>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94" name="Google Shape;194;p37"/>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5" name="Shape 195"/>
        <p:cNvGrpSpPr/>
        <p:nvPr/>
      </p:nvGrpSpPr>
      <p:grpSpPr>
        <a:xfrm>
          <a:off x="0" y="0"/>
          <a:ext cx="0" cy="0"/>
          <a:chOff x="0" y="0"/>
          <a:chExt cx="0" cy="0"/>
        </a:xfrm>
      </p:grpSpPr>
      <p:sp>
        <p:nvSpPr>
          <p:cNvPr id="196" name="Google Shape;196;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97" name="Google Shape;197;p38"/>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198" name="Google Shape;198;p38"/>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9" name="Shape 199"/>
        <p:cNvGrpSpPr/>
        <p:nvPr/>
      </p:nvGrpSpPr>
      <p:grpSpPr>
        <a:xfrm>
          <a:off x="0" y="0"/>
          <a:ext cx="0" cy="0"/>
          <a:chOff x="0" y="0"/>
          <a:chExt cx="0" cy="0"/>
        </a:xfrm>
      </p:grpSpPr>
      <p:sp>
        <p:nvSpPr>
          <p:cNvPr id="200" name="Google Shape;200;p39"/>
          <p:cNvSpPr txBox="1"/>
          <p:nvPr>
            <p:ph type="title"/>
          </p:nvPr>
        </p:nvSpPr>
        <p:spPr>
          <a:xfrm>
            <a:off x="3693500" y="1074575"/>
            <a:ext cx="4717500" cy="572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1" name="Google Shape;201;p39"/>
          <p:cNvSpPr txBox="1"/>
          <p:nvPr>
            <p:ph idx="1" type="subTitle"/>
          </p:nvPr>
        </p:nvSpPr>
        <p:spPr>
          <a:xfrm>
            <a:off x="3693500" y="1713625"/>
            <a:ext cx="47175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2"/>
              </a:buClr>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cxnSp>
        <p:nvCxnSpPr>
          <p:cNvPr id="202" name="Google Shape;202;p39"/>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203" name="Google Shape;203;p39"/>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04" name="Shape 204"/>
        <p:cNvGrpSpPr/>
        <p:nvPr/>
      </p:nvGrpSpPr>
      <p:grpSpPr>
        <a:xfrm>
          <a:off x="0" y="0"/>
          <a:ext cx="0" cy="0"/>
          <a:chOff x="0" y="0"/>
          <a:chExt cx="0" cy="0"/>
        </a:xfrm>
      </p:grpSpPr>
      <p:sp>
        <p:nvSpPr>
          <p:cNvPr id="205" name="Google Shape;205;p40"/>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6" name="Shape 206"/>
        <p:cNvGrpSpPr/>
        <p:nvPr/>
      </p:nvGrpSpPr>
      <p:grpSpPr>
        <a:xfrm>
          <a:off x="0" y="0"/>
          <a:ext cx="0" cy="0"/>
          <a:chOff x="0" y="0"/>
          <a:chExt cx="0" cy="0"/>
        </a:xfrm>
      </p:grpSpPr>
      <p:sp>
        <p:nvSpPr>
          <p:cNvPr id="207" name="Google Shape;207;p41"/>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3000"/>
              <a:buNone/>
              <a:defRPr sz="15000">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208" name="Google Shape;208;p41"/>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9" name="Shape 209"/>
        <p:cNvGrpSpPr/>
        <p:nvPr/>
      </p:nvGrpSpPr>
      <p:grpSpPr>
        <a:xfrm>
          <a:off x="0" y="0"/>
          <a:ext cx="0" cy="0"/>
          <a:chOff x="0" y="0"/>
          <a:chExt cx="0" cy="0"/>
        </a:xfrm>
      </p:grpSpPr>
      <p:sp>
        <p:nvSpPr>
          <p:cNvPr id="210" name="Google Shape;210;p42"/>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algn="ctr">
              <a:spcBef>
                <a:spcPts val="0"/>
              </a:spcBef>
              <a:spcAft>
                <a:spcPts val="0"/>
              </a:spcAft>
              <a:buSzPts val="3000"/>
              <a:buNone/>
              <a:defRPr>
                <a:solidFill>
                  <a:schemeClr val="lt1"/>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1" name="Shape 211"/>
        <p:cNvGrpSpPr/>
        <p:nvPr/>
      </p:nvGrpSpPr>
      <p:grpSpPr>
        <a:xfrm>
          <a:off x="0" y="0"/>
          <a:ext cx="0" cy="0"/>
          <a:chOff x="0" y="0"/>
          <a:chExt cx="0" cy="0"/>
        </a:xfrm>
      </p:grpSpPr>
      <p:sp>
        <p:nvSpPr>
          <p:cNvPr id="212" name="Google Shape;212;p43"/>
          <p:cNvSpPr txBox="1"/>
          <p:nvPr>
            <p:ph hasCustomPrompt="1" type="title"/>
          </p:nvPr>
        </p:nvSpPr>
        <p:spPr>
          <a:xfrm>
            <a:off x="747275" y="1905550"/>
            <a:ext cx="4756200" cy="12066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7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13" name="Google Shape;213;p43"/>
          <p:cNvSpPr txBox="1"/>
          <p:nvPr>
            <p:ph idx="1" type="subTitle"/>
          </p:nvPr>
        </p:nvSpPr>
        <p:spPr>
          <a:xfrm>
            <a:off x="747275" y="3073250"/>
            <a:ext cx="4756200" cy="366000"/>
          </a:xfrm>
          <a:prstGeom prst="rect">
            <a:avLst/>
          </a:prstGeom>
          <a:solidFill>
            <a:schemeClr val="accent2"/>
          </a:solidFill>
        </p:spPr>
        <p:txBody>
          <a:bodyPr anchorCtr="0" anchor="ctr" bIns="91425" lIns="91425" spcFirstLastPara="1" rIns="91425" wrap="square" tIns="91425">
            <a:noAutofit/>
          </a:bodyPr>
          <a:lstStyle>
            <a:lvl1pPr lvl="0">
              <a:lnSpc>
                <a:spcPct val="100000"/>
              </a:lnSpc>
              <a:spcBef>
                <a:spcPts val="0"/>
              </a:spcBef>
              <a:spcAft>
                <a:spcPts val="0"/>
              </a:spcAft>
              <a:buSzPts val="1600"/>
              <a:buNone/>
              <a:defRPr sz="15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cxnSp>
        <p:nvCxnSpPr>
          <p:cNvPr id="214" name="Google Shape;214;p43"/>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215" name="Google Shape;215;p43"/>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6" name="Shape 216"/>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17" name="Shape 217"/>
        <p:cNvGrpSpPr/>
        <p:nvPr/>
      </p:nvGrpSpPr>
      <p:grpSpPr>
        <a:xfrm>
          <a:off x="0" y="0"/>
          <a:ext cx="0" cy="0"/>
          <a:chOff x="0" y="0"/>
          <a:chExt cx="0" cy="0"/>
        </a:xfrm>
      </p:grpSpPr>
      <p:sp>
        <p:nvSpPr>
          <p:cNvPr id="218" name="Google Shape;218;p45"/>
          <p:cNvSpPr txBox="1"/>
          <p:nvPr>
            <p:ph type="title"/>
          </p:nvPr>
        </p:nvSpPr>
        <p:spPr>
          <a:xfrm>
            <a:off x="72775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9" name="Google Shape;219;p45"/>
          <p:cNvSpPr txBox="1"/>
          <p:nvPr>
            <p:ph hasCustomPrompt="1" idx="2" type="title"/>
          </p:nvPr>
        </p:nvSpPr>
        <p:spPr>
          <a:xfrm>
            <a:off x="761931" y="1390706"/>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20" name="Google Shape;220;p45"/>
          <p:cNvSpPr txBox="1"/>
          <p:nvPr>
            <p:ph hasCustomPrompt="1" idx="3" type="title"/>
          </p:nvPr>
        </p:nvSpPr>
        <p:spPr>
          <a:xfrm>
            <a:off x="761931" y="3170845"/>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21" name="Google Shape;221;p45"/>
          <p:cNvSpPr txBox="1"/>
          <p:nvPr>
            <p:ph hasCustomPrompt="1" idx="4" type="title"/>
          </p:nvPr>
        </p:nvSpPr>
        <p:spPr>
          <a:xfrm>
            <a:off x="3447229" y="1390706"/>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22" name="Google Shape;222;p45"/>
          <p:cNvSpPr txBox="1"/>
          <p:nvPr>
            <p:ph hasCustomPrompt="1" idx="5" type="title"/>
          </p:nvPr>
        </p:nvSpPr>
        <p:spPr>
          <a:xfrm>
            <a:off x="3447229" y="3170845"/>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23" name="Google Shape;223;p45"/>
          <p:cNvSpPr txBox="1"/>
          <p:nvPr>
            <p:ph hasCustomPrompt="1" idx="6" type="title"/>
          </p:nvPr>
        </p:nvSpPr>
        <p:spPr>
          <a:xfrm>
            <a:off x="6111562" y="1390706"/>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24" name="Google Shape;224;p45"/>
          <p:cNvSpPr txBox="1"/>
          <p:nvPr>
            <p:ph hasCustomPrompt="1" idx="7" type="title"/>
          </p:nvPr>
        </p:nvSpPr>
        <p:spPr>
          <a:xfrm>
            <a:off x="6111562" y="3170845"/>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5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25" name="Google Shape;225;p45"/>
          <p:cNvSpPr txBox="1"/>
          <p:nvPr>
            <p:ph idx="1" type="subTitle"/>
          </p:nvPr>
        </p:nvSpPr>
        <p:spPr>
          <a:xfrm>
            <a:off x="720000" y="2064875"/>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6" name="Google Shape;226;p45"/>
          <p:cNvSpPr txBox="1"/>
          <p:nvPr>
            <p:ph idx="8" type="subTitle"/>
          </p:nvPr>
        </p:nvSpPr>
        <p:spPr>
          <a:xfrm>
            <a:off x="3419275" y="2064875"/>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7" name="Google Shape;227;p45"/>
          <p:cNvSpPr txBox="1"/>
          <p:nvPr>
            <p:ph idx="9" type="subTitle"/>
          </p:nvPr>
        </p:nvSpPr>
        <p:spPr>
          <a:xfrm>
            <a:off x="6069925" y="2064875"/>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8" name="Google Shape;228;p45"/>
          <p:cNvSpPr txBox="1"/>
          <p:nvPr>
            <p:ph idx="13" type="subTitle"/>
          </p:nvPr>
        </p:nvSpPr>
        <p:spPr>
          <a:xfrm>
            <a:off x="720000" y="3803150"/>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9" name="Google Shape;229;p45"/>
          <p:cNvSpPr txBox="1"/>
          <p:nvPr>
            <p:ph idx="14" type="subTitle"/>
          </p:nvPr>
        </p:nvSpPr>
        <p:spPr>
          <a:xfrm>
            <a:off x="3419275" y="3803150"/>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0" name="Google Shape;230;p45"/>
          <p:cNvSpPr txBox="1"/>
          <p:nvPr>
            <p:ph idx="15" type="subTitle"/>
          </p:nvPr>
        </p:nvSpPr>
        <p:spPr>
          <a:xfrm>
            <a:off x="6069925" y="3803150"/>
            <a:ext cx="2305500" cy="750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231" name="Google Shape;231;p45"/>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232" name="Google Shape;232;p45"/>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3" name="Shape 233"/>
        <p:cNvGrpSpPr/>
        <p:nvPr/>
      </p:nvGrpSpPr>
      <p:grpSpPr>
        <a:xfrm>
          <a:off x="0" y="0"/>
          <a:ext cx="0" cy="0"/>
          <a:chOff x="0" y="0"/>
          <a:chExt cx="0" cy="0"/>
        </a:xfrm>
      </p:grpSpPr>
      <p:sp>
        <p:nvSpPr>
          <p:cNvPr id="234" name="Google Shape;234;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5" name="Google Shape;235;p46"/>
          <p:cNvSpPr txBox="1"/>
          <p:nvPr>
            <p:ph idx="1" type="subTitle"/>
          </p:nvPr>
        </p:nvSpPr>
        <p:spPr>
          <a:xfrm>
            <a:off x="937625" y="2676990"/>
            <a:ext cx="2175300" cy="160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6" name="Google Shape;236;p46"/>
          <p:cNvSpPr txBox="1"/>
          <p:nvPr>
            <p:ph idx="2" type="subTitle"/>
          </p:nvPr>
        </p:nvSpPr>
        <p:spPr>
          <a:xfrm>
            <a:off x="3484347" y="2676990"/>
            <a:ext cx="2175300" cy="160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7" name="Google Shape;237;p46"/>
          <p:cNvSpPr txBox="1"/>
          <p:nvPr>
            <p:ph idx="3" type="subTitle"/>
          </p:nvPr>
        </p:nvSpPr>
        <p:spPr>
          <a:xfrm>
            <a:off x="6031075" y="2676990"/>
            <a:ext cx="2175300" cy="160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8" name="Google Shape;238;p46"/>
          <p:cNvSpPr txBox="1"/>
          <p:nvPr>
            <p:ph idx="4" type="subTitle"/>
          </p:nvPr>
        </p:nvSpPr>
        <p:spPr>
          <a:xfrm>
            <a:off x="937625" y="2187776"/>
            <a:ext cx="2175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9" name="Google Shape;239;p46"/>
          <p:cNvSpPr txBox="1"/>
          <p:nvPr>
            <p:ph idx="5" type="subTitle"/>
          </p:nvPr>
        </p:nvSpPr>
        <p:spPr>
          <a:xfrm>
            <a:off x="3484350" y="2187776"/>
            <a:ext cx="2175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0" name="Google Shape;240;p46"/>
          <p:cNvSpPr txBox="1"/>
          <p:nvPr>
            <p:ph idx="6" type="subTitle"/>
          </p:nvPr>
        </p:nvSpPr>
        <p:spPr>
          <a:xfrm>
            <a:off x="6031075" y="2187776"/>
            <a:ext cx="21753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1" name="Shape 241"/>
        <p:cNvGrpSpPr/>
        <p:nvPr/>
      </p:nvGrpSpPr>
      <p:grpSpPr>
        <a:xfrm>
          <a:off x="0" y="0"/>
          <a:ext cx="0" cy="0"/>
          <a:chOff x="0" y="0"/>
          <a:chExt cx="0" cy="0"/>
        </a:xfrm>
      </p:grpSpPr>
      <p:sp>
        <p:nvSpPr>
          <p:cNvPr id="242" name="Google Shape;242;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3" name="Google Shape;243;p47"/>
          <p:cNvSpPr txBox="1"/>
          <p:nvPr>
            <p:ph idx="1" type="subTitle"/>
          </p:nvPr>
        </p:nvSpPr>
        <p:spPr>
          <a:xfrm>
            <a:off x="1253224" y="1804135"/>
            <a:ext cx="28110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4" name="Google Shape;244;p47"/>
          <p:cNvSpPr txBox="1"/>
          <p:nvPr>
            <p:ph idx="2" type="subTitle"/>
          </p:nvPr>
        </p:nvSpPr>
        <p:spPr>
          <a:xfrm>
            <a:off x="5079776" y="1804135"/>
            <a:ext cx="28110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5" name="Google Shape;245;p47"/>
          <p:cNvSpPr txBox="1"/>
          <p:nvPr>
            <p:ph idx="3" type="subTitle"/>
          </p:nvPr>
        </p:nvSpPr>
        <p:spPr>
          <a:xfrm>
            <a:off x="1253224" y="3391935"/>
            <a:ext cx="28110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6" name="Google Shape;246;p47"/>
          <p:cNvSpPr txBox="1"/>
          <p:nvPr>
            <p:ph idx="4" type="subTitle"/>
          </p:nvPr>
        </p:nvSpPr>
        <p:spPr>
          <a:xfrm>
            <a:off x="5079776" y="3391935"/>
            <a:ext cx="28110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7" name="Google Shape;247;p47"/>
          <p:cNvSpPr txBox="1"/>
          <p:nvPr>
            <p:ph idx="5" type="subTitle"/>
          </p:nvPr>
        </p:nvSpPr>
        <p:spPr>
          <a:xfrm>
            <a:off x="1253225" y="1349146"/>
            <a:ext cx="2811000" cy="487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8" name="Google Shape;248;p47"/>
          <p:cNvSpPr txBox="1"/>
          <p:nvPr>
            <p:ph idx="6" type="subTitle"/>
          </p:nvPr>
        </p:nvSpPr>
        <p:spPr>
          <a:xfrm>
            <a:off x="1253225" y="2936896"/>
            <a:ext cx="2811000" cy="487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9" name="Google Shape;249;p47"/>
          <p:cNvSpPr txBox="1"/>
          <p:nvPr>
            <p:ph idx="7" type="subTitle"/>
          </p:nvPr>
        </p:nvSpPr>
        <p:spPr>
          <a:xfrm>
            <a:off x="5079750" y="1349146"/>
            <a:ext cx="2811000" cy="487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0" name="Google Shape;250;p47"/>
          <p:cNvSpPr txBox="1"/>
          <p:nvPr>
            <p:ph idx="8" type="subTitle"/>
          </p:nvPr>
        </p:nvSpPr>
        <p:spPr>
          <a:xfrm>
            <a:off x="5079750" y="2936896"/>
            <a:ext cx="2811000" cy="487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251" name="Google Shape;251;p47"/>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252" name="Google Shape;252;p47"/>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53" name="Shape 253"/>
        <p:cNvGrpSpPr/>
        <p:nvPr/>
      </p:nvGrpSpPr>
      <p:grpSpPr>
        <a:xfrm>
          <a:off x="0" y="0"/>
          <a:ext cx="0" cy="0"/>
          <a:chOff x="0" y="0"/>
          <a:chExt cx="0" cy="0"/>
        </a:xfrm>
      </p:grpSpPr>
      <p:sp>
        <p:nvSpPr>
          <p:cNvPr id="254" name="Google Shape;254;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5" name="Google Shape;255;p48"/>
          <p:cNvSpPr txBox="1"/>
          <p:nvPr>
            <p:ph idx="1" type="subTitle"/>
          </p:nvPr>
        </p:nvSpPr>
        <p:spPr>
          <a:xfrm>
            <a:off x="723900" y="1689176"/>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6" name="Google Shape;256;p48"/>
          <p:cNvSpPr txBox="1"/>
          <p:nvPr>
            <p:ph idx="2" type="subTitle"/>
          </p:nvPr>
        </p:nvSpPr>
        <p:spPr>
          <a:xfrm>
            <a:off x="3486941" y="168918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7" name="Google Shape;257;p48"/>
          <p:cNvSpPr txBox="1"/>
          <p:nvPr>
            <p:ph idx="3" type="subTitle"/>
          </p:nvPr>
        </p:nvSpPr>
        <p:spPr>
          <a:xfrm>
            <a:off x="723900" y="347782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8" name="Google Shape;258;p48"/>
          <p:cNvSpPr txBox="1"/>
          <p:nvPr>
            <p:ph idx="4" type="subTitle"/>
          </p:nvPr>
        </p:nvSpPr>
        <p:spPr>
          <a:xfrm>
            <a:off x="3486941" y="347782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9" name="Google Shape;259;p48"/>
          <p:cNvSpPr txBox="1"/>
          <p:nvPr>
            <p:ph idx="5" type="subTitle"/>
          </p:nvPr>
        </p:nvSpPr>
        <p:spPr>
          <a:xfrm>
            <a:off x="6254169" y="168918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60" name="Google Shape;260;p48"/>
          <p:cNvSpPr txBox="1"/>
          <p:nvPr>
            <p:ph idx="6" type="subTitle"/>
          </p:nvPr>
        </p:nvSpPr>
        <p:spPr>
          <a:xfrm>
            <a:off x="6254169" y="3477825"/>
            <a:ext cx="2133900" cy="102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61" name="Google Shape;261;p48"/>
          <p:cNvSpPr txBox="1"/>
          <p:nvPr>
            <p:ph idx="7" type="subTitle"/>
          </p:nvPr>
        </p:nvSpPr>
        <p:spPr>
          <a:xfrm>
            <a:off x="732275" y="1251328"/>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2" name="Google Shape;262;p48"/>
          <p:cNvSpPr txBox="1"/>
          <p:nvPr>
            <p:ph idx="8" type="subTitle"/>
          </p:nvPr>
        </p:nvSpPr>
        <p:spPr>
          <a:xfrm>
            <a:off x="3491124" y="1251334"/>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3" name="Google Shape;263;p48"/>
          <p:cNvSpPr txBox="1"/>
          <p:nvPr>
            <p:ph idx="9" type="subTitle"/>
          </p:nvPr>
        </p:nvSpPr>
        <p:spPr>
          <a:xfrm>
            <a:off x="6258350" y="1251334"/>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4" name="Google Shape;264;p48"/>
          <p:cNvSpPr txBox="1"/>
          <p:nvPr>
            <p:ph idx="13" type="subTitle"/>
          </p:nvPr>
        </p:nvSpPr>
        <p:spPr>
          <a:xfrm>
            <a:off x="723900" y="3036900"/>
            <a:ext cx="21339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5" name="Google Shape;265;p48"/>
          <p:cNvSpPr txBox="1"/>
          <p:nvPr>
            <p:ph idx="14" type="subTitle"/>
          </p:nvPr>
        </p:nvSpPr>
        <p:spPr>
          <a:xfrm>
            <a:off x="3491131" y="3036900"/>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6" name="Google Shape;266;p48"/>
          <p:cNvSpPr txBox="1"/>
          <p:nvPr>
            <p:ph idx="15" type="subTitle"/>
          </p:nvPr>
        </p:nvSpPr>
        <p:spPr>
          <a:xfrm>
            <a:off x="6258353" y="3036900"/>
            <a:ext cx="2125500" cy="462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200">
                <a:solidFill>
                  <a:schemeClr val="dk2"/>
                </a:solidFill>
                <a:latin typeface="Pridi"/>
                <a:ea typeface="Pridi"/>
                <a:cs typeface="Pridi"/>
                <a:sym typeface="Pridi"/>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267" name="Google Shape;267;p48"/>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268" name="Google Shape;268;p48"/>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69" name="Shape 269"/>
        <p:cNvGrpSpPr/>
        <p:nvPr/>
      </p:nvGrpSpPr>
      <p:grpSpPr>
        <a:xfrm>
          <a:off x="0" y="0"/>
          <a:ext cx="0" cy="0"/>
          <a:chOff x="0" y="0"/>
          <a:chExt cx="0" cy="0"/>
        </a:xfrm>
      </p:grpSpPr>
      <p:sp>
        <p:nvSpPr>
          <p:cNvPr id="270" name="Google Shape;270;p49"/>
          <p:cNvSpPr txBox="1"/>
          <p:nvPr>
            <p:ph hasCustomPrompt="1" type="title"/>
          </p:nvPr>
        </p:nvSpPr>
        <p:spPr>
          <a:xfrm>
            <a:off x="4835675" y="2181285"/>
            <a:ext cx="3492600" cy="5355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1" name="Google Shape;271;p49"/>
          <p:cNvSpPr txBox="1"/>
          <p:nvPr>
            <p:ph idx="1" type="subTitle"/>
          </p:nvPr>
        </p:nvSpPr>
        <p:spPr>
          <a:xfrm>
            <a:off x="4835700" y="2708587"/>
            <a:ext cx="3492600" cy="366000"/>
          </a:xfrm>
          <a:prstGeom prst="rect">
            <a:avLst/>
          </a:prstGeom>
          <a:solidFill>
            <a:schemeClr val="accen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5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72" name="Google Shape;272;p49"/>
          <p:cNvSpPr txBox="1"/>
          <p:nvPr>
            <p:ph hasCustomPrompt="1" idx="2" type="title"/>
          </p:nvPr>
        </p:nvSpPr>
        <p:spPr>
          <a:xfrm>
            <a:off x="4835688" y="946062"/>
            <a:ext cx="3492600" cy="5355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3" name="Google Shape;273;p49"/>
          <p:cNvSpPr txBox="1"/>
          <p:nvPr>
            <p:ph idx="3" type="subTitle"/>
          </p:nvPr>
        </p:nvSpPr>
        <p:spPr>
          <a:xfrm>
            <a:off x="4835700" y="1485962"/>
            <a:ext cx="3492600" cy="366000"/>
          </a:xfrm>
          <a:prstGeom prst="rect">
            <a:avLst/>
          </a:prstGeom>
          <a:solidFill>
            <a:schemeClr val="accen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5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74" name="Google Shape;274;p49"/>
          <p:cNvSpPr txBox="1"/>
          <p:nvPr>
            <p:ph hasCustomPrompt="1" idx="4" type="title"/>
          </p:nvPr>
        </p:nvSpPr>
        <p:spPr>
          <a:xfrm>
            <a:off x="4835675" y="3416508"/>
            <a:ext cx="3492600" cy="5355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5" name="Google Shape;275;p49"/>
          <p:cNvSpPr txBox="1"/>
          <p:nvPr>
            <p:ph idx="5" type="subTitle"/>
          </p:nvPr>
        </p:nvSpPr>
        <p:spPr>
          <a:xfrm>
            <a:off x="4835700" y="3965497"/>
            <a:ext cx="3492600" cy="366000"/>
          </a:xfrm>
          <a:prstGeom prst="rect">
            <a:avLst/>
          </a:prstGeom>
          <a:solidFill>
            <a:schemeClr val="accen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sz="15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cxnSp>
        <p:nvCxnSpPr>
          <p:cNvPr id="276" name="Google Shape;276;p49"/>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277" name="Google Shape;277;p49"/>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78" name="Shape 278"/>
        <p:cNvGrpSpPr/>
        <p:nvPr/>
      </p:nvGrpSpPr>
      <p:grpSpPr>
        <a:xfrm>
          <a:off x="0" y="0"/>
          <a:ext cx="0" cy="0"/>
          <a:chOff x="0" y="0"/>
          <a:chExt cx="0" cy="0"/>
        </a:xfrm>
      </p:grpSpPr>
      <p:sp>
        <p:nvSpPr>
          <p:cNvPr id="279" name="Google Shape;279;p50"/>
          <p:cNvSpPr txBox="1"/>
          <p:nvPr>
            <p:ph type="title"/>
          </p:nvPr>
        </p:nvSpPr>
        <p:spPr>
          <a:xfrm>
            <a:off x="3899400" y="540000"/>
            <a:ext cx="4448100" cy="11136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77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0" name="Google Shape;280;p50"/>
          <p:cNvSpPr txBox="1"/>
          <p:nvPr>
            <p:ph idx="1" type="subTitle"/>
          </p:nvPr>
        </p:nvSpPr>
        <p:spPr>
          <a:xfrm>
            <a:off x="3899350" y="1841450"/>
            <a:ext cx="4448100" cy="10587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81" name="Google Shape;281;p50"/>
          <p:cNvSpPr txBox="1"/>
          <p:nvPr/>
        </p:nvSpPr>
        <p:spPr>
          <a:xfrm>
            <a:off x="3401700" y="3611950"/>
            <a:ext cx="4945800" cy="556200"/>
          </a:xfrm>
          <a:prstGeom prst="rect">
            <a:avLst/>
          </a:prstGeom>
          <a:noFill/>
          <a:ln>
            <a:noFill/>
          </a:ln>
        </p:spPr>
        <p:txBody>
          <a:bodyPr anchorCtr="0" anchor="t" bIns="91425" lIns="91425" spcFirstLastPara="1" rIns="91425" wrap="square" tIns="91425">
            <a:noAutofit/>
          </a:bodyPr>
          <a:lstStyle/>
          <a:p>
            <a:pPr indent="0" lvl="0" marL="0" rtl="0" algn="r">
              <a:spcBef>
                <a:spcPts val="300"/>
              </a:spcBef>
              <a:spcAft>
                <a:spcPts val="0"/>
              </a:spcAft>
              <a:buNone/>
            </a:pPr>
            <a:r>
              <a:rPr b="1" lang="en" sz="1200">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b="1" lang="en" sz="1200"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by </a:t>
            </a:r>
            <a:r>
              <a:rPr b="1" lang="en" sz="12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200">
                <a:solidFill>
                  <a:schemeClr val="dk1"/>
                </a:solidFill>
                <a:latin typeface="Open Sans"/>
                <a:ea typeface="Open Sans"/>
                <a:cs typeface="Open Sans"/>
                <a:sym typeface="Open Sans"/>
              </a:rPr>
              <a:t>, and infographics &amp; images by </a:t>
            </a:r>
            <a:r>
              <a:rPr b="1" lang="en" sz="12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200" u="sng">
                <a:solidFill>
                  <a:schemeClr val="dk1"/>
                </a:solidFill>
                <a:latin typeface="Open Sans"/>
                <a:ea typeface="Open Sans"/>
                <a:cs typeface="Open Sans"/>
                <a:sym typeface="Open Sans"/>
              </a:rPr>
              <a:t> </a:t>
            </a:r>
            <a:endParaRPr b="1" sz="1200" u="sng">
              <a:solidFill>
                <a:schemeClr val="dk1"/>
              </a:solidFill>
              <a:latin typeface="Open Sans"/>
              <a:ea typeface="Open Sans"/>
              <a:cs typeface="Open Sans"/>
              <a:sym typeface="Open Sans"/>
            </a:endParaRPr>
          </a:p>
        </p:txBody>
      </p:sp>
      <p:cxnSp>
        <p:nvCxnSpPr>
          <p:cNvPr id="282" name="Google Shape;282;p50"/>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283" name="Google Shape;283;p50"/>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84" name="Shape 284"/>
        <p:cNvGrpSpPr/>
        <p:nvPr/>
      </p:nvGrpSpPr>
      <p:grpSpPr>
        <a:xfrm>
          <a:off x="0" y="0"/>
          <a:ext cx="0" cy="0"/>
          <a:chOff x="0" y="0"/>
          <a:chExt cx="0" cy="0"/>
        </a:xfrm>
      </p:grpSpPr>
      <p:cxnSp>
        <p:nvCxnSpPr>
          <p:cNvPr id="285" name="Google Shape;285;p51"/>
          <p:cNvCxnSpPr/>
          <p:nvPr/>
        </p:nvCxnSpPr>
        <p:spPr>
          <a:xfrm>
            <a:off x="-192050" y="4882100"/>
            <a:ext cx="8623800" cy="0"/>
          </a:xfrm>
          <a:prstGeom prst="straightConnector1">
            <a:avLst/>
          </a:prstGeom>
          <a:noFill/>
          <a:ln cap="flat" cmpd="sng" w="28575">
            <a:solidFill>
              <a:schemeClr val="accent2"/>
            </a:solidFill>
            <a:prstDash val="dash"/>
            <a:round/>
            <a:headEnd len="med" w="med" type="none"/>
            <a:tailEnd len="med" w="med" type="none"/>
          </a:ln>
        </p:spPr>
      </p:cxnSp>
      <p:cxnSp>
        <p:nvCxnSpPr>
          <p:cNvPr id="286" name="Google Shape;286;p51"/>
          <p:cNvCxnSpPr/>
          <p:nvPr/>
        </p:nvCxnSpPr>
        <p:spPr>
          <a:xfrm>
            <a:off x="713225" y="261400"/>
            <a:ext cx="8623800" cy="0"/>
          </a:xfrm>
          <a:prstGeom prst="straightConnector1">
            <a:avLst/>
          </a:prstGeom>
          <a:noFill/>
          <a:ln cap="flat" cmpd="sng" w="28575">
            <a:solidFill>
              <a:schemeClr val="accent2"/>
            </a:solidFill>
            <a:prstDash val="dash"/>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7" name="Shape 28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theme" Target="../theme/theme4.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5" Type="http://schemas.openxmlformats.org/officeDocument/2006/relationships/slideLayout" Target="../slideLayouts/slideLayout35.xml"/><Relationship Id="rId19" Type="http://schemas.openxmlformats.org/officeDocument/2006/relationships/slideLayout" Target="../slideLayouts/slideLayout49.xml"/><Relationship Id="rId6" Type="http://schemas.openxmlformats.org/officeDocument/2006/relationships/slideLayout" Target="../slideLayouts/slideLayout36.xml"/><Relationship Id="rId18" Type="http://schemas.openxmlformats.org/officeDocument/2006/relationships/slideLayout" Target="../slideLayouts/slideLayout48.xml"/><Relationship Id="rId7" Type="http://schemas.openxmlformats.org/officeDocument/2006/relationships/slideLayout" Target="../slideLayouts/slideLayout37.xml"/><Relationship Id="rId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A4C2F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A4C2F4"/>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1pPr>
            <a:lvl2pPr lvl="1">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2pPr>
            <a:lvl3pPr lvl="2">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3pPr>
            <a:lvl4pPr lvl="3">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4pPr>
            <a:lvl5pPr lvl="4">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5pPr>
            <a:lvl6pPr lvl="5">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6pPr>
            <a:lvl7pPr lvl="6">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7pPr>
            <a:lvl8pPr lvl="7">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8pPr>
            <a:lvl9pPr lvl="8">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A4C2F4"/>
        </a:solidFill>
      </p:bgPr>
    </p:bg>
    <p:spTree>
      <p:nvGrpSpPr>
        <p:cNvPr id="169" name="Shape 169"/>
        <p:cNvGrpSpPr/>
        <p:nvPr/>
      </p:nvGrpSpPr>
      <p:grpSpPr>
        <a:xfrm>
          <a:off x="0" y="0"/>
          <a:ext cx="0" cy="0"/>
          <a:chOff x="0" y="0"/>
          <a:chExt cx="0" cy="0"/>
        </a:xfrm>
      </p:grpSpPr>
      <p:sp>
        <p:nvSpPr>
          <p:cNvPr id="170" name="Google Shape;170;p3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1pPr>
            <a:lvl2pPr lvl="1">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2pPr>
            <a:lvl3pPr lvl="2">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3pPr>
            <a:lvl4pPr lvl="3">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4pPr>
            <a:lvl5pPr lvl="4">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5pPr>
            <a:lvl6pPr lvl="5">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6pPr>
            <a:lvl7pPr lvl="6">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7pPr>
            <a:lvl8pPr lvl="7">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8pPr>
            <a:lvl9pPr lvl="8">
              <a:spcBef>
                <a:spcPts val="0"/>
              </a:spcBef>
              <a:spcAft>
                <a:spcPts val="0"/>
              </a:spcAft>
              <a:buClr>
                <a:schemeClr val="dk1"/>
              </a:buClr>
              <a:buSzPts val="3000"/>
              <a:buFont typeface="Pridi"/>
              <a:buNone/>
              <a:defRPr sz="3000">
                <a:solidFill>
                  <a:schemeClr val="dk1"/>
                </a:solidFill>
                <a:latin typeface="Pridi"/>
                <a:ea typeface="Pridi"/>
                <a:cs typeface="Pridi"/>
                <a:sym typeface="Pridi"/>
              </a:defRPr>
            </a:lvl9pPr>
          </a:lstStyle>
          <a:p/>
        </p:txBody>
      </p:sp>
      <p:sp>
        <p:nvSpPr>
          <p:cNvPr id="171" name="Google Shape;171;p3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3"/>
          <p:cNvSpPr txBox="1"/>
          <p:nvPr>
            <p:ph type="ctrTitle"/>
          </p:nvPr>
        </p:nvSpPr>
        <p:spPr>
          <a:xfrm>
            <a:off x="713225" y="1153125"/>
            <a:ext cx="4995000" cy="2430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E06666"/>
                </a:solidFill>
                <a:latin typeface="Times New Roman"/>
                <a:ea typeface="Times New Roman"/>
                <a:cs typeface="Times New Roman"/>
                <a:sym typeface="Times New Roman"/>
              </a:rPr>
              <a:t>Bluebikes: Who even uses them?</a:t>
            </a:r>
            <a:endParaRPr sz="4300">
              <a:solidFill>
                <a:srgbClr val="E06666"/>
              </a:solidFill>
              <a:latin typeface="Times New Roman"/>
              <a:ea typeface="Times New Roman"/>
              <a:cs typeface="Times New Roman"/>
              <a:sym typeface="Times New Roman"/>
            </a:endParaRPr>
          </a:p>
        </p:txBody>
      </p:sp>
      <p:sp>
        <p:nvSpPr>
          <p:cNvPr id="293" name="Google Shape;293;p53"/>
          <p:cNvSpPr txBox="1"/>
          <p:nvPr>
            <p:ph idx="1" type="subTitle"/>
          </p:nvPr>
        </p:nvSpPr>
        <p:spPr>
          <a:xfrm>
            <a:off x="713225" y="3624400"/>
            <a:ext cx="4687800" cy="3660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Times New Roman"/>
                <a:ea typeface="Times New Roman"/>
                <a:cs typeface="Times New Roman"/>
                <a:sym typeface="Times New Roman"/>
              </a:rPr>
              <a:t>Gabrielle Dominique and Jose Velasquez</a:t>
            </a:r>
            <a:endParaRPr>
              <a:solidFill>
                <a:srgbClr val="FFFFFF"/>
              </a:solidFill>
              <a:latin typeface="Times New Roman"/>
              <a:ea typeface="Times New Roman"/>
              <a:cs typeface="Times New Roman"/>
              <a:sym typeface="Times New Roman"/>
            </a:endParaRPr>
          </a:p>
        </p:txBody>
      </p:sp>
      <p:sp>
        <p:nvSpPr>
          <p:cNvPr id="294" name="Google Shape;294;p53"/>
          <p:cNvSpPr/>
          <p:nvPr/>
        </p:nvSpPr>
        <p:spPr>
          <a:xfrm>
            <a:off x="6079925" y="1341600"/>
            <a:ext cx="2460300" cy="24603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 name="Google Shape;295;p53"/>
          <p:cNvGrpSpPr/>
          <p:nvPr/>
        </p:nvGrpSpPr>
        <p:grpSpPr>
          <a:xfrm>
            <a:off x="5793157" y="1599456"/>
            <a:ext cx="3034198" cy="1944873"/>
            <a:chOff x="4310325" y="2382500"/>
            <a:chExt cx="1711625" cy="1097125"/>
          </a:xfrm>
        </p:grpSpPr>
        <p:sp>
          <p:nvSpPr>
            <p:cNvPr id="296" name="Google Shape;296;p53"/>
            <p:cNvSpPr/>
            <p:nvPr/>
          </p:nvSpPr>
          <p:spPr>
            <a:xfrm>
              <a:off x="4681775" y="2702200"/>
              <a:ext cx="113700" cy="137025"/>
            </a:xfrm>
            <a:custGeom>
              <a:rect b="b" l="l" r="r" t="t"/>
              <a:pathLst>
                <a:path extrusionOk="0" h="5481" w="4548">
                  <a:moveTo>
                    <a:pt x="1" y="0"/>
                  </a:moveTo>
                  <a:lnTo>
                    <a:pt x="1" y="3573"/>
                  </a:lnTo>
                  <a:cubicBezTo>
                    <a:pt x="853" y="3573"/>
                    <a:pt x="1624" y="3410"/>
                    <a:pt x="2233" y="3207"/>
                  </a:cubicBezTo>
                  <a:lnTo>
                    <a:pt x="4223" y="5481"/>
                  </a:lnTo>
                  <a:cubicBezTo>
                    <a:pt x="4344" y="5237"/>
                    <a:pt x="4466" y="4912"/>
                    <a:pt x="4547" y="4669"/>
                  </a:cubicBezTo>
                  <a:lnTo>
                    <a:pt x="3005" y="2842"/>
                  </a:lnTo>
                  <a:cubicBezTo>
                    <a:pt x="3492" y="2558"/>
                    <a:pt x="3817" y="2193"/>
                    <a:pt x="3817" y="1787"/>
                  </a:cubicBezTo>
                  <a:cubicBezTo>
                    <a:pt x="3817" y="812"/>
                    <a:pt x="2112" y="0"/>
                    <a:pt x="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3"/>
            <p:cNvSpPr/>
            <p:nvPr/>
          </p:nvSpPr>
          <p:spPr>
            <a:xfrm>
              <a:off x="5347025" y="2819925"/>
              <a:ext cx="674925" cy="395825"/>
            </a:xfrm>
            <a:custGeom>
              <a:rect b="b" l="l" r="r" t="t"/>
              <a:pathLst>
                <a:path extrusionOk="0" h="15833" w="26997">
                  <a:moveTo>
                    <a:pt x="14046" y="0"/>
                  </a:moveTo>
                  <a:cubicBezTo>
                    <a:pt x="6293" y="0"/>
                    <a:pt x="1" y="6293"/>
                    <a:pt x="1" y="14087"/>
                  </a:cubicBezTo>
                  <a:cubicBezTo>
                    <a:pt x="1" y="14655"/>
                    <a:pt x="41" y="15224"/>
                    <a:pt x="82" y="15833"/>
                  </a:cubicBezTo>
                  <a:lnTo>
                    <a:pt x="609" y="15833"/>
                  </a:lnTo>
                  <a:cubicBezTo>
                    <a:pt x="569" y="15305"/>
                    <a:pt x="488" y="14655"/>
                    <a:pt x="488" y="14087"/>
                  </a:cubicBezTo>
                  <a:cubicBezTo>
                    <a:pt x="488" y="6617"/>
                    <a:pt x="6577" y="528"/>
                    <a:pt x="14046" y="528"/>
                  </a:cubicBezTo>
                  <a:cubicBezTo>
                    <a:pt x="19649" y="528"/>
                    <a:pt x="24439" y="3979"/>
                    <a:pt x="26550" y="8810"/>
                  </a:cubicBezTo>
                  <a:cubicBezTo>
                    <a:pt x="26672" y="8728"/>
                    <a:pt x="26834" y="8647"/>
                    <a:pt x="26996" y="8607"/>
                  </a:cubicBezTo>
                  <a:cubicBezTo>
                    <a:pt x="24845" y="3573"/>
                    <a:pt x="19892" y="0"/>
                    <a:pt x="140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3"/>
            <p:cNvSpPr/>
            <p:nvPr/>
          </p:nvSpPr>
          <p:spPr>
            <a:xfrm>
              <a:off x="4579775" y="2833125"/>
              <a:ext cx="378575" cy="346100"/>
            </a:xfrm>
            <a:custGeom>
              <a:rect b="b" l="l" r="r" t="t"/>
              <a:pathLst>
                <a:path extrusionOk="0" h="13844" w="15143">
                  <a:moveTo>
                    <a:pt x="1624" y="0"/>
                  </a:moveTo>
                  <a:cubicBezTo>
                    <a:pt x="1056" y="0"/>
                    <a:pt x="488" y="41"/>
                    <a:pt x="1" y="81"/>
                  </a:cubicBezTo>
                  <a:lnTo>
                    <a:pt x="1" y="609"/>
                  </a:lnTo>
                  <a:cubicBezTo>
                    <a:pt x="528" y="569"/>
                    <a:pt x="1056" y="487"/>
                    <a:pt x="1624" y="487"/>
                  </a:cubicBezTo>
                  <a:cubicBezTo>
                    <a:pt x="8810" y="487"/>
                    <a:pt x="14655" y="6333"/>
                    <a:pt x="14655" y="13559"/>
                  </a:cubicBezTo>
                  <a:lnTo>
                    <a:pt x="14655" y="13843"/>
                  </a:lnTo>
                  <a:lnTo>
                    <a:pt x="15143" y="13843"/>
                  </a:lnTo>
                  <a:lnTo>
                    <a:pt x="15143" y="13559"/>
                  </a:lnTo>
                  <a:cubicBezTo>
                    <a:pt x="15143" y="6089"/>
                    <a:pt x="9053" y="0"/>
                    <a:pt x="16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3"/>
            <p:cNvSpPr/>
            <p:nvPr/>
          </p:nvSpPr>
          <p:spPr>
            <a:xfrm>
              <a:off x="5388125" y="2863575"/>
              <a:ext cx="617075" cy="616050"/>
            </a:xfrm>
            <a:custGeom>
              <a:rect b="b" l="l" r="r" t="t"/>
              <a:pathLst>
                <a:path extrusionOk="0" h="24642" w="24683">
                  <a:moveTo>
                    <a:pt x="12301" y="2030"/>
                  </a:moveTo>
                  <a:cubicBezTo>
                    <a:pt x="17984" y="2030"/>
                    <a:pt x="22612" y="6658"/>
                    <a:pt x="22612" y="12341"/>
                  </a:cubicBezTo>
                  <a:cubicBezTo>
                    <a:pt x="22612" y="18024"/>
                    <a:pt x="17984" y="22612"/>
                    <a:pt x="12301" y="22612"/>
                  </a:cubicBezTo>
                  <a:cubicBezTo>
                    <a:pt x="6618" y="22612"/>
                    <a:pt x="1990" y="18024"/>
                    <a:pt x="1990" y="12341"/>
                  </a:cubicBezTo>
                  <a:cubicBezTo>
                    <a:pt x="1990" y="6658"/>
                    <a:pt x="6618" y="2030"/>
                    <a:pt x="12301" y="2030"/>
                  </a:cubicBezTo>
                  <a:close/>
                  <a:moveTo>
                    <a:pt x="12341" y="0"/>
                  </a:moveTo>
                  <a:cubicBezTo>
                    <a:pt x="5562" y="0"/>
                    <a:pt x="1" y="5521"/>
                    <a:pt x="1" y="12341"/>
                  </a:cubicBezTo>
                  <a:cubicBezTo>
                    <a:pt x="1" y="19120"/>
                    <a:pt x="5562" y="24641"/>
                    <a:pt x="12341" y="24641"/>
                  </a:cubicBezTo>
                  <a:cubicBezTo>
                    <a:pt x="19161" y="24641"/>
                    <a:pt x="24682" y="19120"/>
                    <a:pt x="24682" y="12341"/>
                  </a:cubicBezTo>
                  <a:cubicBezTo>
                    <a:pt x="24682" y="5521"/>
                    <a:pt x="19161" y="0"/>
                    <a:pt x="12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3"/>
            <p:cNvSpPr/>
            <p:nvPr/>
          </p:nvSpPr>
          <p:spPr>
            <a:xfrm>
              <a:off x="4310325" y="2863575"/>
              <a:ext cx="616050" cy="616050"/>
            </a:xfrm>
            <a:custGeom>
              <a:rect b="b" l="l" r="r" t="t"/>
              <a:pathLst>
                <a:path extrusionOk="0" h="24642" w="24642">
                  <a:moveTo>
                    <a:pt x="12341" y="2030"/>
                  </a:moveTo>
                  <a:cubicBezTo>
                    <a:pt x="18025" y="2030"/>
                    <a:pt x="22612" y="6658"/>
                    <a:pt x="22612" y="12341"/>
                  </a:cubicBezTo>
                  <a:cubicBezTo>
                    <a:pt x="22612" y="18024"/>
                    <a:pt x="18025" y="22612"/>
                    <a:pt x="12341" y="22612"/>
                  </a:cubicBezTo>
                  <a:cubicBezTo>
                    <a:pt x="6658" y="22612"/>
                    <a:pt x="2030" y="18024"/>
                    <a:pt x="2030" y="12341"/>
                  </a:cubicBezTo>
                  <a:cubicBezTo>
                    <a:pt x="2030" y="6658"/>
                    <a:pt x="6658" y="2030"/>
                    <a:pt x="12341" y="2030"/>
                  </a:cubicBezTo>
                  <a:close/>
                  <a:moveTo>
                    <a:pt x="12341" y="0"/>
                  </a:moveTo>
                  <a:cubicBezTo>
                    <a:pt x="5521" y="0"/>
                    <a:pt x="0" y="5521"/>
                    <a:pt x="0" y="12341"/>
                  </a:cubicBezTo>
                  <a:cubicBezTo>
                    <a:pt x="0" y="19120"/>
                    <a:pt x="5521" y="24641"/>
                    <a:pt x="12341" y="24641"/>
                  </a:cubicBezTo>
                  <a:cubicBezTo>
                    <a:pt x="19121" y="24641"/>
                    <a:pt x="24642" y="19120"/>
                    <a:pt x="24642" y="12341"/>
                  </a:cubicBezTo>
                  <a:cubicBezTo>
                    <a:pt x="24642" y="5521"/>
                    <a:pt x="19121" y="0"/>
                    <a:pt x="12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3"/>
            <p:cNvSpPr/>
            <p:nvPr/>
          </p:nvSpPr>
          <p:spPr>
            <a:xfrm>
              <a:off x="4789350" y="2463700"/>
              <a:ext cx="126900" cy="66000"/>
            </a:xfrm>
            <a:custGeom>
              <a:rect b="b" l="l" r="r" t="t"/>
              <a:pathLst>
                <a:path extrusionOk="0" h="2640" w="5076">
                  <a:moveTo>
                    <a:pt x="1" y="1"/>
                  </a:moveTo>
                  <a:lnTo>
                    <a:pt x="1" y="2639"/>
                  </a:lnTo>
                  <a:lnTo>
                    <a:pt x="5075" y="2639"/>
                  </a:lnTo>
                  <a:lnTo>
                    <a:pt x="5075" y="154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3"/>
            <p:cNvSpPr/>
            <p:nvPr/>
          </p:nvSpPr>
          <p:spPr>
            <a:xfrm>
              <a:off x="4828925" y="2500050"/>
              <a:ext cx="106600" cy="211300"/>
            </a:xfrm>
            <a:custGeom>
              <a:rect b="b" l="l" r="r" t="t"/>
              <a:pathLst>
                <a:path extrusionOk="0" h="8452" w="4264">
                  <a:moveTo>
                    <a:pt x="3389" y="0"/>
                  </a:moveTo>
                  <a:cubicBezTo>
                    <a:pt x="3249" y="0"/>
                    <a:pt x="3116" y="115"/>
                    <a:pt x="3046" y="292"/>
                  </a:cubicBezTo>
                  <a:lnTo>
                    <a:pt x="1" y="7721"/>
                  </a:lnTo>
                  <a:cubicBezTo>
                    <a:pt x="366" y="7924"/>
                    <a:pt x="691" y="8208"/>
                    <a:pt x="1016" y="8452"/>
                  </a:cubicBezTo>
                  <a:lnTo>
                    <a:pt x="4142" y="739"/>
                  </a:lnTo>
                  <a:cubicBezTo>
                    <a:pt x="4263" y="536"/>
                    <a:pt x="4223" y="333"/>
                    <a:pt x="4060" y="292"/>
                  </a:cubicBezTo>
                  <a:lnTo>
                    <a:pt x="3452" y="8"/>
                  </a:lnTo>
                  <a:cubicBezTo>
                    <a:pt x="3431" y="3"/>
                    <a:pt x="3410" y="0"/>
                    <a:pt x="33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3"/>
            <p:cNvSpPr/>
            <p:nvPr/>
          </p:nvSpPr>
          <p:spPr>
            <a:xfrm>
              <a:off x="5358700" y="2579200"/>
              <a:ext cx="129925" cy="310975"/>
            </a:xfrm>
            <a:custGeom>
              <a:rect b="b" l="l" r="r" t="t"/>
              <a:pathLst>
                <a:path extrusionOk="0" h="12439" w="5197">
                  <a:moveTo>
                    <a:pt x="4365" y="1"/>
                  </a:moveTo>
                  <a:cubicBezTo>
                    <a:pt x="4232" y="1"/>
                    <a:pt x="4126" y="116"/>
                    <a:pt x="4020" y="293"/>
                  </a:cubicBezTo>
                  <a:lnTo>
                    <a:pt x="82" y="11740"/>
                  </a:lnTo>
                  <a:cubicBezTo>
                    <a:pt x="1" y="11943"/>
                    <a:pt x="82" y="12187"/>
                    <a:pt x="163" y="12228"/>
                  </a:cubicBezTo>
                  <a:lnTo>
                    <a:pt x="772" y="12431"/>
                  </a:lnTo>
                  <a:cubicBezTo>
                    <a:pt x="793" y="12436"/>
                    <a:pt x="814" y="12438"/>
                    <a:pt x="835" y="12438"/>
                  </a:cubicBezTo>
                  <a:cubicBezTo>
                    <a:pt x="975" y="12438"/>
                    <a:pt x="1107" y="12323"/>
                    <a:pt x="1178" y="12146"/>
                  </a:cubicBezTo>
                  <a:lnTo>
                    <a:pt x="5156" y="699"/>
                  </a:lnTo>
                  <a:cubicBezTo>
                    <a:pt x="5197" y="496"/>
                    <a:pt x="5156" y="252"/>
                    <a:pt x="5034" y="211"/>
                  </a:cubicBezTo>
                  <a:lnTo>
                    <a:pt x="4426" y="8"/>
                  </a:lnTo>
                  <a:cubicBezTo>
                    <a:pt x="4405" y="3"/>
                    <a:pt x="4384" y="1"/>
                    <a:pt x="43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3"/>
            <p:cNvSpPr/>
            <p:nvPr/>
          </p:nvSpPr>
          <p:spPr>
            <a:xfrm>
              <a:off x="5343975" y="2545375"/>
              <a:ext cx="257800" cy="86450"/>
            </a:xfrm>
            <a:custGeom>
              <a:rect b="b" l="l" r="r" t="t"/>
              <a:pathLst>
                <a:path extrusionOk="0" h="3458" w="10312">
                  <a:moveTo>
                    <a:pt x="9109" y="1"/>
                  </a:moveTo>
                  <a:cubicBezTo>
                    <a:pt x="9016" y="1"/>
                    <a:pt x="8916" y="8"/>
                    <a:pt x="8810" y="22"/>
                  </a:cubicBezTo>
                  <a:cubicBezTo>
                    <a:pt x="8810" y="22"/>
                    <a:pt x="3614" y="590"/>
                    <a:pt x="1909" y="631"/>
                  </a:cubicBezTo>
                  <a:cubicBezTo>
                    <a:pt x="1178" y="671"/>
                    <a:pt x="1" y="834"/>
                    <a:pt x="1" y="1443"/>
                  </a:cubicBezTo>
                  <a:lnTo>
                    <a:pt x="1" y="1849"/>
                  </a:lnTo>
                  <a:cubicBezTo>
                    <a:pt x="1" y="2579"/>
                    <a:pt x="1422" y="2782"/>
                    <a:pt x="2193" y="2945"/>
                  </a:cubicBezTo>
                  <a:lnTo>
                    <a:pt x="6374" y="3432"/>
                  </a:lnTo>
                  <a:cubicBezTo>
                    <a:pt x="6462" y="3449"/>
                    <a:pt x="6557" y="3458"/>
                    <a:pt x="6659" y="3458"/>
                  </a:cubicBezTo>
                  <a:cubicBezTo>
                    <a:pt x="7969" y="3458"/>
                    <a:pt x="10312" y="2080"/>
                    <a:pt x="10312" y="1402"/>
                  </a:cubicBezTo>
                  <a:cubicBezTo>
                    <a:pt x="10312" y="735"/>
                    <a:pt x="10075" y="1"/>
                    <a:pt x="9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3"/>
            <p:cNvSpPr/>
            <p:nvPr/>
          </p:nvSpPr>
          <p:spPr>
            <a:xfrm>
              <a:off x="5232350" y="2762950"/>
              <a:ext cx="206050" cy="482425"/>
            </a:xfrm>
            <a:custGeom>
              <a:rect b="b" l="l" r="r" t="t"/>
              <a:pathLst>
                <a:path extrusionOk="0" h="19297" w="8242">
                  <a:moveTo>
                    <a:pt x="6918" y="0"/>
                  </a:moveTo>
                  <a:cubicBezTo>
                    <a:pt x="6717" y="0"/>
                    <a:pt x="6447" y="161"/>
                    <a:pt x="6374" y="453"/>
                  </a:cubicBezTo>
                  <a:lnTo>
                    <a:pt x="122" y="18274"/>
                  </a:lnTo>
                  <a:cubicBezTo>
                    <a:pt x="0" y="18599"/>
                    <a:pt x="122" y="18883"/>
                    <a:pt x="325" y="19005"/>
                  </a:cubicBezTo>
                  <a:lnTo>
                    <a:pt x="1259" y="19289"/>
                  </a:lnTo>
                  <a:cubicBezTo>
                    <a:pt x="1283" y="19294"/>
                    <a:pt x="1310" y="19296"/>
                    <a:pt x="1337" y="19296"/>
                  </a:cubicBezTo>
                  <a:cubicBezTo>
                    <a:pt x="1537" y="19296"/>
                    <a:pt x="1796" y="19163"/>
                    <a:pt x="1868" y="18842"/>
                  </a:cubicBezTo>
                  <a:lnTo>
                    <a:pt x="8119" y="1021"/>
                  </a:lnTo>
                  <a:cubicBezTo>
                    <a:pt x="8241" y="737"/>
                    <a:pt x="8119" y="412"/>
                    <a:pt x="7916" y="331"/>
                  </a:cubicBezTo>
                  <a:lnTo>
                    <a:pt x="6983" y="6"/>
                  </a:lnTo>
                  <a:cubicBezTo>
                    <a:pt x="6962" y="2"/>
                    <a:pt x="6940" y="0"/>
                    <a:pt x="69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3"/>
            <p:cNvSpPr/>
            <p:nvPr/>
          </p:nvSpPr>
          <p:spPr>
            <a:xfrm>
              <a:off x="4735050" y="2618075"/>
              <a:ext cx="162400" cy="326700"/>
            </a:xfrm>
            <a:custGeom>
              <a:rect b="b" l="l" r="r" t="t"/>
              <a:pathLst>
                <a:path extrusionOk="0" h="13068" w="6496">
                  <a:moveTo>
                    <a:pt x="5148" y="1"/>
                  </a:moveTo>
                  <a:cubicBezTo>
                    <a:pt x="4968" y="1"/>
                    <a:pt x="4766" y="183"/>
                    <a:pt x="4669" y="443"/>
                  </a:cubicBezTo>
                  <a:lnTo>
                    <a:pt x="1" y="11931"/>
                  </a:lnTo>
                  <a:cubicBezTo>
                    <a:pt x="528" y="12296"/>
                    <a:pt x="1015" y="12662"/>
                    <a:pt x="1543" y="13068"/>
                  </a:cubicBezTo>
                  <a:lnTo>
                    <a:pt x="6415" y="1092"/>
                  </a:lnTo>
                  <a:cubicBezTo>
                    <a:pt x="6496" y="767"/>
                    <a:pt x="6415" y="483"/>
                    <a:pt x="6212" y="361"/>
                  </a:cubicBezTo>
                  <a:lnTo>
                    <a:pt x="5278" y="37"/>
                  </a:lnTo>
                  <a:cubicBezTo>
                    <a:pt x="5237" y="12"/>
                    <a:pt x="5194" y="1"/>
                    <a:pt x="51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3"/>
            <p:cNvSpPr/>
            <p:nvPr/>
          </p:nvSpPr>
          <p:spPr>
            <a:xfrm>
              <a:off x="4595925" y="2899475"/>
              <a:ext cx="183800" cy="271700"/>
            </a:xfrm>
            <a:custGeom>
              <a:rect b="b" l="l" r="r" t="t"/>
              <a:pathLst>
                <a:path extrusionOk="0" h="10868" w="7352">
                  <a:moveTo>
                    <a:pt x="6214" y="1"/>
                  </a:moveTo>
                  <a:cubicBezTo>
                    <a:pt x="6056" y="1"/>
                    <a:pt x="5914" y="124"/>
                    <a:pt x="5850" y="350"/>
                  </a:cubicBezTo>
                  <a:cubicBezTo>
                    <a:pt x="5850" y="350"/>
                    <a:pt x="3211" y="8591"/>
                    <a:pt x="369" y="10337"/>
                  </a:cubicBezTo>
                  <a:cubicBezTo>
                    <a:pt x="1" y="10521"/>
                    <a:pt x="492" y="10868"/>
                    <a:pt x="928" y="10868"/>
                  </a:cubicBezTo>
                  <a:cubicBezTo>
                    <a:pt x="1069" y="10868"/>
                    <a:pt x="1204" y="10832"/>
                    <a:pt x="1303" y="10743"/>
                  </a:cubicBezTo>
                  <a:cubicBezTo>
                    <a:pt x="4429" y="8104"/>
                    <a:pt x="7189" y="878"/>
                    <a:pt x="7271" y="878"/>
                  </a:cubicBezTo>
                  <a:cubicBezTo>
                    <a:pt x="7352" y="634"/>
                    <a:pt x="7311" y="391"/>
                    <a:pt x="7108" y="350"/>
                  </a:cubicBezTo>
                  <a:lnTo>
                    <a:pt x="6337" y="26"/>
                  </a:lnTo>
                  <a:cubicBezTo>
                    <a:pt x="6295" y="9"/>
                    <a:pt x="6254" y="1"/>
                    <a:pt x="6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3"/>
            <p:cNvSpPr/>
            <p:nvPr/>
          </p:nvSpPr>
          <p:spPr>
            <a:xfrm>
              <a:off x="5392700" y="2822425"/>
              <a:ext cx="334925" cy="372100"/>
            </a:xfrm>
            <a:custGeom>
              <a:rect b="b" l="l" r="r" t="t"/>
              <a:pathLst>
                <a:path extrusionOk="0" h="14884" w="13397">
                  <a:moveTo>
                    <a:pt x="807" y="1"/>
                  </a:moveTo>
                  <a:cubicBezTo>
                    <a:pt x="750" y="1"/>
                    <a:pt x="695" y="18"/>
                    <a:pt x="650" y="63"/>
                  </a:cubicBezTo>
                  <a:lnTo>
                    <a:pt x="163" y="469"/>
                  </a:lnTo>
                  <a:cubicBezTo>
                    <a:pt x="41" y="550"/>
                    <a:pt x="0" y="794"/>
                    <a:pt x="81" y="875"/>
                  </a:cubicBezTo>
                  <a:lnTo>
                    <a:pt x="12341" y="14799"/>
                  </a:lnTo>
                  <a:cubicBezTo>
                    <a:pt x="12391" y="14849"/>
                    <a:pt x="12488" y="14884"/>
                    <a:pt x="12583" y="14884"/>
                  </a:cubicBezTo>
                  <a:cubicBezTo>
                    <a:pt x="12642" y="14884"/>
                    <a:pt x="12701" y="14871"/>
                    <a:pt x="12747" y="14840"/>
                  </a:cubicBezTo>
                  <a:lnTo>
                    <a:pt x="13234" y="14434"/>
                  </a:lnTo>
                  <a:cubicBezTo>
                    <a:pt x="13356" y="14312"/>
                    <a:pt x="13397" y="14109"/>
                    <a:pt x="13275" y="14028"/>
                  </a:cubicBezTo>
                  <a:lnTo>
                    <a:pt x="1056" y="103"/>
                  </a:lnTo>
                  <a:cubicBezTo>
                    <a:pt x="1004" y="52"/>
                    <a:pt x="904" y="1"/>
                    <a:pt x="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3"/>
            <p:cNvSpPr/>
            <p:nvPr/>
          </p:nvSpPr>
          <p:spPr>
            <a:xfrm>
              <a:off x="5267875" y="3162950"/>
              <a:ext cx="446550" cy="83250"/>
            </a:xfrm>
            <a:custGeom>
              <a:rect b="b" l="l" r="r" t="t"/>
              <a:pathLst>
                <a:path extrusionOk="0" h="3330" w="17862">
                  <a:moveTo>
                    <a:pt x="17578" y="1"/>
                  </a:moveTo>
                  <a:lnTo>
                    <a:pt x="203" y="1909"/>
                  </a:lnTo>
                  <a:lnTo>
                    <a:pt x="0" y="3329"/>
                  </a:lnTo>
                  <a:lnTo>
                    <a:pt x="0" y="3329"/>
                  </a:lnTo>
                  <a:lnTo>
                    <a:pt x="17456" y="1219"/>
                  </a:lnTo>
                  <a:cubicBezTo>
                    <a:pt x="17473" y="1223"/>
                    <a:pt x="17491" y="1225"/>
                    <a:pt x="17508" y="1225"/>
                  </a:cubicBezTo>
                  <a:cubicBezTo>
                    <a:pt x="17651" y="1225"/>
                    <a:pt x="17781" y="1084"/>
                    <a:pt x="17781" y="975"/>
                  </a:cubicBezTo>
                  <a:lnTo>
                    <a:pt x="17821" y="285"/>
                  </a:lnTo>
                  <a:cubicBezTo>
                    <a:pt x="17862" y="163"/>
                    <a:pt x="17740" y="1"/>
                    <a:pt x="17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3"/>
            <p:cNvSpPr/>
            <p:nvPr/>
          </p:nvSpPr>
          <p:spPr>
            <a:xfrm>
              <a:off x="5135425" y="3109625"/>
              <a:ext cx="119775" cy="129000"/>
            </a:xfrm>
            <a:custGeom>
              <a:rect b="b" l="l" r="r" t="t"/>
              <a:pathLst>
                <a:path extrusionOk="0" h="5160" w="4791">
                  <a:moveTo>
                    <a:pt x="450" y="1"/>
                  </a:moveTo>
                  <a:cubicBezTo>
                    <a:pt x="362" y="1"/>
                    <a:pt x="275" y="33"/>
                    <a:pt x="204" y="104"/>
                  </a:cubicBezTo>
                  <a:cubicBezTo>
                    <a:pt x="82" y="266"/>
                    <a:pt x="1" y="510"/>
                    <a:pt x="163" y="672"/>
                  </a:cubicBezTo>
                  <a:lnTo>
                    <a:pt x="4020" y="5016"/>
                  </a:lnTo>
                  <a:cubicBezTo>
                    <a:pt x="4111" y="5107"/>
                    <a:pt x="4228" y="5160"/>
                    <a:pt x="4341" y="5160"/>
                  </a:cubicBezTo>
                  <a:cubicBezTo>
                    <a:pt x="4430" y="5160"/>
                    <a:pt x="4517" y="5128"/>
                    <a:pt x="4588" y="5057"/>
                  </a:cubicBezTo>
                  <a:cubicBezTo>
                    <a:pt x="4750" y="4935"/>
                    <a:pt x="4791" y="4651"/>
                    <a:pt x="4629" y="4529"/>
                  </a:cubicBezTo>
                  <a:lnTo>
                    <a:pt x="772" y="144"/>
                  </a:lnTo>
                  <a:cubicBezTo>
                    <a:pt x="681" y="53"/>
                    <a:pt x="564" y="1"/>
                    <a:pt x="4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3"/>
            <p:cNvSpPr/>
            <p:nvPr/>
          </p:nvSpPr>
          <p:spPr>
            <a:xfrm>
              <a:off x="5113100" y="3095800"/>
              <a:ext cx="80200" cy="50075"/>
            </a:xfrm>
            <a:custGeom>
              <a:rect b="b" l="l" r="r" t="t"/>
              <a:pathLst>
                <a:path extrusionOk="0" h="2003" w="3208">
                  <a:moveTo>
                    <a:pt x="2582" y="1"/>
                  </a:moveTo>
                  <a:cubicBezTo>
                    <a:pt x="2506" y="1"/>
                    <a:pt x="2429" y="16"/>
                    <a:pt x="2355" y="48"/>
                  </a:cubicBezTo>
                  <a:lnTo>
                    <a:pt x="447" y="900"/>
                  </a:lnTo>
                  <a:cubicBezTo>
                    <a:pt x="163" y="1063"/>
                    <a:pt x="0" y="1428"/>
                    <a:pt x="163" y="1672"/>
                  </a:cubicBezTo>
                  <a:cubicBezTo>
                    <a:pt x="283" y="1882"/>
                    <a:pt x="469" y="2003"/>
                    <a:pt x="689" y="2003"/>
                  </a:cubicBezTo>
                  <a:cubicBezTo>
                    <a:pt x="767" y="2003"/>
                    <a:pt x="849" y="1988"/>
                    <a:pt x="934" y="1956"/>
                  </a:cubicBezTo>
                  <a:lnTo>
                    <a:pt x="2801" y="1103"/>
                  </a:lnTo>
                  <a:cubicBezTo>
                    <a:pt x="3085" y="941"/>
                    <a:pt x="3207" y="657"/>
                    <a:pt x="3085" y="332"/>
                  </a:cubicBezTo>
                  <a:cubicBezTo>
                    <a:pt x="2995" y="122"/>
                    <a:pt x="2795" y="1"/>
                    <a:pt x="25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3"/>
            <p:cNvSpPr/>
            <p:nvPr/>
          </p:nvSpPr>
          <p:spPr>
            <a:xfrm>
              <a:off x="5655050" y="3131500"/>
              <a:ext cx="82225" cy="81200"/>
            </a:xfrm>
            <a:custGeom>
              <a:rect b="b" l="l" r="r" t="t"/>
              <a:pathLst>
                <a:path extrusionOk="0" h="3248" w="3289">
                  <a:moveTo>
                    <a:pt x="1664" y="0"/>
                  </a:moveTo>
                  <a:cubicBezTo>
                    <a:pt x="771" y="0"/>
                    <a:pt x="41" y="690"/>
                    <a:pt x="41" y="1624"/>
                  </a:cubicBezTo>
                  <a:cubicBezTo>
                    <a:pt x="0" y="2517"/>
                    <a:pt x="771" y="3248"/>
                    <a:pt x="1664" y="3248"/>
                  </a:cubicBezTo>
                  <a:cubicBezTo>
                    <a:pt x="2598" y="3248"/>
                    <a:pt x="3288" y="2517"/>
                    <a:pt x="3288" y="1624"/>
                  </a:cubicBezTo>
                  <a:cubicBezTo>
                    <a:pt x="3288" y="690"/>
                    <a:pt x="2598" y="0"/>
                    <a:pt x="16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3"/>
            <p:cNvSpPr/>
            <p:nvPr/>
          </p:nvSpPr>
          <p:spPr>
            <a:xfrm>
              <a:off x="4578250" y="3131500"/>
              <a:ext cx="81225" cy="81200"/>
            </a:xfrm>
            <a:custGeom>
              <a:rect b="b" l="l" r="r" t="t"/>
              <a:pathLst>
                <a:path extrusionOk="0" h="3248" w="3249">
                  <a:moveTo>
                    <a:pt x="1624" y="0"/>
                  </a:moveTo>
                  <a:cubicBezTo>
                    <a:pt x="691" y="0"/>
                    <a:pt x="1" y="690"/>
                    <a:pt x="1" y="1624"/>
                  </a:cubicBezTo>
                  <a:cubicBezTo>
                    <a:pt x="1" y="2517"/>
                    <a:pt x="691" y="3248"/>
                    <a:pt x="1624" y="3248"/>
                  </a:cubicBezTo>
                  <a:cubicBezTo>
                    <a:pt x="2517" y="3248"/>
                    <a:pt x="3248" y="2517"/>
                    <a:pt x="3248" y="1624"/>
                  </a:cubicBezTo>
                  <a:cubicBezTo>
                    <a:pt x="3248" y="690"/>
                    <a:pt x="2517" y="0"/>
                    <a:pt x="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3"/>
            <p:cNvSpPr/>
            <p:nvPr/>
          </p:nvSpPr>
          <p:spPr>
            <a:xfrm>
              <a:off x="4948175" y="2426150"/>
              <a:ext cx="119775" cy="32500"/>
            </a:xfrm>
            <a:custGeom>
              <a:rect b="b" l="l" r="r" t="t"/>
              <a:pathLst>
                <a:path extrusionOk="0" h="1300" w="4791">
                  <a:moveTo>
                    <a:pt x="691" y="1"/>
                  </a:moveTo>
                  <a:cubicBezTo>
                    <a:pt x="325" y="1"/>
                    <a:pt x="1" y="285"/>
                    <a:pt x="1" y="650"/>
                  </a:cubicBezTo>
                  <a:cubicBezTo>
                    <a:pt x="1" y="1015"/>
                    <a:pt x="325" y="1300"/>
                    <a:pt x="691" y="1300"/>
                  </a:cubicBezTo>
                  <a:lnTo>
                    <a:pt x="4141" y="1300"/>
                  </a:lnTo>
                  <a:cubicBezTo>
                    <a:pt x="4466" y="1300"/>
                    <a:pt x="4791" y="1015"/>
                    <a:pt x="4791" y="650"/>
                  </a:cubicBezTo>
                  <a:cubicBezTo>
                    <a:pt x="4791" y="285"/>
                    <a:pt x="4466" y="1"/>
                    <a:pt x="41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3"/>
            <p:cNvSpPr/>
            <p:nvPr/>
          </p:nvSpPr>
          <p:spPr>
            <a:xfrm>
              <a:off x="4838075" y="2393675"/>
              <a:ext cx="129925" cy="131950"/>
            </a:xfrm>
            <a:custGeom>
              <a:rect b="b" l="l" r="r" t="t"/>
              <a:pathLst>
                <a:path extrusionOk="0" h="5278" w="5197">
                  <a:moveTo>
                    <a:pt x="3288" y="1"/>
                  </a:moveTo>
                  <a:cubicBezTo>
                    <a:pt x="1259" y="1"/>
                    <a:pt x="325" y="975"/>
                    <a:pt x="203" y="1827"/>
                  </a:cubicBezTo>
                  <a:cubicBezTo>
                    <a:pt x="0" y="2842"/>
                    <a:pt x="650" y="4263"/>
                    <a:pt x="3045" y="5278"/>
                  </a:cubicBezTo>
                  <a:lnTo>
                    <a:pt x="3248" y="5278"/>
                  </a:lnTo>
                  <a:cubicBezTo>
                    <a:pt x="3370" y="5278"/>
                    <a:pt x="3532" y="5197"/>
                    <a:pt x="3654" y="5075"/>
                  </a:cubicBezTo>
                  <a:cubicBezTo>
                    <a:pt x="3776" y="4872"/>
                    <a:pt x="3735" y="4628"/>
                    <a:pt x="3573" y="4425"/>
                  </a:cubicBezTo>
                  <a:cubicBezTo>
                    <a:pt x="3248" y="4019"/>
                    <a:pt x="2720" y="3248"/>
                    <a:pt x="2883" y="2883"/>
                  </a:cubicBezTo>
                  <a:cubicBezTo>
                    <a:pt x="2923" y="2802"/>
                    <a:pt x="3248" y="2396"/>
                    <a:pt x="4709" y="2396"/>
                  </a:cubicBezTo>
                  <a:cubicBezTo>
                    <a:pt x="4993" y="2396"/>
                    <a:pt x="5196" y="2152"/>
                    <a:pt x="5196" y="1868"/>
                  </a:cubicBezTo>
                  <a:cubicBezTo>
                    <a:pt x="5196" y="1584"/>
                    <a:pt x="4953" y="1381"/>
                    <a:pt x="4709" y="1381"/>
                  </a:cubicBezTo>
                  <a:cubicBezTo>
                    <a:pt x="3126" y="1381"/>
                    <a:pt x="2233" y="1746"/>
                    <a:pt x="1908" y="2477"/>
                  </a:cubicBezTo>
                  <a:cubicBezTo>
                    <a:pt x="1827" y="2802"/>
                    <a:pt x="1746" y="3086"/>
                    <a:pt x="1827" y="3411"/>
                  </a:cubicBezTo>
                  <a:cubicBezTo>
                    <a:pt x="1259" y="2883"/>
                    <a:pt x="1056" y="2396"/>
                    <a:pt x="1137" y="2030"/>
                  </a:cubicBezTo>
                  <a:cubicBezTo>
                    <a:pt x="1259" y="1421"/>
                    <a:pt x="2111" y="1015"/>
                    <a:pt x="3288" y="1015"/>
                  </a:cubicBezTo>
                  <a:cubicBezTo>
                    <a:pt x="3573" y="1015"/>
                    <a:pt x="3776" y="772"/>
                    <a:pt x="3776" y="528"/>
                  </a:cubicBezTo>
                  <a:cubicBezTo>
                    <a:pt x="3776" y="203"/>
                    <a:pt x="3532" y="1"/>
                    <a:pt x="32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3"/>
            <p:cNvSpPr/>
            <p:nvPr/>
          </p:nvSpPr>
          <p:spPr>
            <a:xfrm>
              <a:off x="4582825" y="2419050"/>
              <a:ext cx="242575" cy="236500"/>
            </a:xfrm>
            <a:custGeom>
              <a:rect b="b" l="l" r="r" t="t"/>
              <a:pathLst>
                <a:path extrusionOk="0" h="9460" w="9703">
                  <a:moveTo>
                    <a:pt x="0" y="0"/>
                  </a:moveTo>
                  <a:lnTo>
                    <a:pt x="2314" y="9459"/>
                  </a:lnTo>
                  <a:lnTo>
                    <a:pt x="9703" y="9459"/>
                  </a:lnTo>
                  <a:lnTo>
                    <a:pt x="970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3"/>
            <p:cNvSpPr/>
            <p:nvPr/>
          </p:nvSpPr>
          <p:spPr>
            <a:xfrm>
              <a:off x="4902500" y="2382500"/>
              <a:ext cx="150225" cy="40625"/>
            </a:xfrm>
            <a:custGeom>
              <a:rect b="b" l="l" r="r" t="t"/>
              <a:pathLst>
                <a:path extrusionOk="0" h="1625" w="6009">
                  <a:moveTo>
                    <a:pt x="813" y="1"/>
                  </a:moveTo>
                  <a:cubicBezTo>
                    <a:pt x="366" y="1"/>
                    <a:pt x="1" y="366"/>
                    <a:pt x="1" y="813"/>
                  </a:cubicBezTo>
                  <a:cubicBezTo>
                    <a:pt x="1" y="1259"/>
                    <a:pt x="366" y="1625"/>
                    <a:pt x="813" y="1625"/>
                  </a:cubicBezTo>
                  <a:lnTo>
                    <a:pt x="5197" y="1625"/>
                  </a:lnTo>
                  <a:cubicBezTo>
                    <a:pt x="5644" y="1625"/>
                    <a:pt x="6009" y="1259"/>
                    <a:pt x="6009" y="813"/>
                  </a:cubicBezTo>
                  <a:cubicBezTo>
                    <a:pt x="6009" y="366"/>
                    <a:pt x="5644" y="1"/>
                    <a:pt x="51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3"/>
            <p:cNvSpPr/>
            <p:nvPr/>
          </p:nvSpPr>
          <p:spPr>
            <a:xfrm>
              <a:off x="4849725" y="2675800"/>
              <a:ext cx="441500" cy="479050"/>
            </a:xfrm>
            <a:custGeom>
              <a:rect b="b" l="l" r="r" t="t"/>
              <a:pathLst>
                <a:path extrusionOk="0" h="19162" w="17660">
                  <a:moveTo>
                    <a:pt x="691" y="1"/>
                  </a:moveTo>
                  <a:lnTo>
                    <a:pt x="1" y="1056"/>
                  </a:lnTo>
                  <a:cubicBezTo>
                    <a:pt x="5075" y="4304"/>
                    <a:pt x="6699" y="8282"/>
                    <a:pt x="8160" y="11733"/>
                  </a:cubicBezTo>
                  <a:cubicBezTo>
                    <a:pt x="9825" y="15711"/>
                    <a:pt x="11246" y="19162"/>
                    <a:pt x="17660" y="19162"/>
                  </a:cubicBezTo>
                  <a:lnTo>
                    <a:pt x="17660" y="17903"/>
                  </a:lnTo>
                  <a:cubicBezTo>
                    <a:pt x="12139" y="17903"/>
                    <a:pt x="11002" y="15265"/>
                    <a:pt x="9338" y="11205"/>
                  </a:cubicBezTo>
                  <a:cubicBezTo>
                    <a:pt x="7917" y="7755"/>
                    <a:pt x="6090" y="3452"/>
                    <a:pt x="6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3"/>
            <p:cNvSpPr/>
            <p:nvPr/>
          </p:nvSpPr>
          <p:spPr>
            <a:xfrm>
              <a:off x="4797975" y="2823975"/>
              <a:ext cx="471950" cy="405975"/>
            </a:xfrm>
            <a:custGeom>
              <a:rect b="b" l="l" r="r" t="t"/>
              <a:pathLst>
                <a:path extrusionOk="0" h="16239" w="18878">
                  <a:moveTo>
                    <a:pt x="650" y="1"/>
                  </a:moveTo>
                  <a:lnTo>
                    <a:pt x="0" y="1138"/>
                  </a:lnTo>
                  <a:cubicBezTo>
                    <a:pt x="4466" y="3695"/>
                    <a:pt x="5968" y="6699"/>
                    <a:pt x="7308" y="9378"/>
                  </a:cubicBezTo>
                  <a:cubicBezTo>
                    <a:pt x="9175" y="13113"/>
                    <a:pt x="10758" y="16239"/>
                    <a:pt x="18877" y="16239"/>
                  </a:cubicBezTo>
                  <a:lnTo>
                    <a:pt x="18877" y="14980"/>
                  </a:lnTo>
                  <a:cubicBezTo>
                    <a:pt x="11570" y="14980"/>
                    <a:pt x="10230" y="12382"/>
                    <a:pt x="8444" y="8851"/>
                  </a:cubicBezTo>
                  <a:cubicBezTo>
                    <a:pt x="7105" y="6131"/>
                    <a:pt x="5400" y="2802"/>
                    <a:pt x="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3"/>
            <p:cNvSpPr/>
            <p:nvPr/>
          </p:nvSpPr>
          <p:spPr>
            <a:xfrm>
              <a:off x="5145575" y="3140675"/>
              <a:ext cx="200975" cy="176500"/>
            </a:xfrm>
            <a:custGeom>
              <a:rect b="b" l="l" r="r" t="t"/>
              <a:pathLst>
                <a:path extrusionOk="0" h="7060" w="8039">
                  <a:moveTo>
                    <a:pt x="3167" y="707"/>
                  </a:moveTo>
                  <a:cubicBezTo>
                    <a:pt x="3356" y="707"/>
                    <a:pt x="3552" y="753"/>
                    <a:pt x="3735" y="851"/>
                  </a:cubicBezTo>
                  <a:cubicBezTo>
                    <a:pt x="4344" y="1095"/>
                    <a:pt x="4588" y="1785"/>
                    <a:pt x="4263" y="2394"/>
                  </a:cubicBezTo>
                  <a:cubicBezTo>
                    <a:pt x="4089" y="2829"/>
                    <a:pt x="3687" y="3098"/>
                    <a:pt x="3250" y="3098"/>
                  </a:cubicBezTo>
                  <a:cubicBezTo>
                    <a:pt x="3075" y="3098"/>
                    <a:pt x="2894" y="3055"/>
                    <a:pt x="2721" y="2962"/>
                  </a:cubicBezTo>
                  <a:cubicBezTo>
                    <a:pt x="2152" y="2678"/>
                    <a:pt x="1909" y="1947"/>
                    <a:pt x="2152" y="1379"/>
                  </a:cubicBezTo>
                  <a:cubicBezTo>
                    <a:pt x="2322" y="954"/>
                    <a:pt x="2730" y="707"/>
                    <a:pt x="3167" y="707"/>
                  </a:cubicBezTo>
                  <a:close/>
                  <a:moveTo>
                    <a:pt x="5771" y="2479"/>
                  </a:moveTo>
                  <a:cubicBezTo>
                    <a:pt x="5944" y="2479"/>
                    <a:pt x="6122" y="2517"/>
                    <a:pt x="6293" y="2597"/>
                  </a:cubicBezTo>
                  <a:cubicBezTo>
                    <a:pt x="6902" y="2881"/>
                    <a:pt x="7186" y="3571"/>
                    <a:pt x="6861" y="4180"/>
                  </a:cubicBezTo>
                  <a:cubicBezTo>
                    <a:pt x="6686" y="4617"/>
                    <a:pt x="6260" y="4866"/>
                    <a:pt x="5807" y="4866"/>
                  </a:cubicBezTo>
                  <a:cubicBezTo>
                    <a:pt x="5630" y="4866"/>
                    <a:pt x="5449" y="4828"/>
                    <a:pt x="5278" y="4748"/>
                  </a:cubicBezTo>
                  <a:cubicBezTo>
                    <a:pt x="4669" y="4505"/>
                    <a:pt x="4426" y="3774"/>
                    <a:pt x="4750" y="3165"/>
                  </a:cubicBezTo>
                  <a:cubicBezTo>
                    <a:pt x="4925" y="2727"/>
                    <a:pt x="5331" y="2479"/>
                    <a:pt x="5771" y="2479"/>
                  </a:cubicBezTo>
                  <a:close/>
                  <a:moveTo>
                    <a:pt x="3083" y="3800"/>
                  </a:moveTo>
                  <a:cubicBezTo>
                    <a:pt x="3259" y="3800"/>
                    <a:pt x="3440" y="3843"/>
                    <a:pt x="3614" y="3936"/>
                  </a:cubicBezTo>
                  <a:cubicBezTo>
                    <a:pt x="4223" y="4180"/>
                    <a:pt x="4466" y="4911"/>
                    <a:pt x="4182" y="5520"/>
                  </a:cubicBezTo>
                  <a:cubicBezTo>
                    <a:pt x="4009" y="5924"/>
                    <a:pt x="3589" y="6184"/>
                    <a:pt x="3142" y="6184"/>
                  </a:cubicBezTo>
                  <a:cubicBezTo>
                    <a:pt x="2961" y="6184"/>
                    <a:pt x="2775" y="6141"/>
                    <a:pt x="2599" y="6047"/>
                  </a:cubicBezTo>
                  <a:cubicBezTo>
                    <a:pt x="2030" y="5763"/>
                    <a:pt x="1787" y="5032"/>
                    <a:pt x="2030" y="4505"/>
                  </a:cubicBezTo>
                  <a:cubicBezTo>
                    <a:pt x="2233" y="4070"/>
                    <a:pt x="2643" y="3800"/>
                    <a:pt x="3083" y="3800"/>
                  </a:cubicBezTo>
                  <a:close/>
                  <a:moveTo>
                    <a:pt x="4023" y="1"/>
                  </a:moveTo>
                  <a:cubicBezTo>
                    <a:pt x="2692" y="1"/>
                    <a:pt x="1406" y="764"/>
                    <a:pt x="813" y="2069"/>
                  </a:cubicBezTo>
                  <a:cubicBezTo>
                    <a:pt x="1" y="3815"/>
                    <a:pt x="772" y="5925"/>
                    <a:pt x="2558" y="6737"/>
                  </a:cubicBezTo>
                  <a:cubicBezTo>
                    <a:pt x="3028" y="6956"/>
                    <a:pt x="3525" y="7060"/>
                    <a:pt x="4016" y="7060"/>
                  </a:cubicBezTo>
                  <a:cubicBezTo>
                    <a:pt x="5347" y="7060"/>
                    <a:pt x="6633" y="6297"/>
                    <a:pt x="7227" y="4992"/>
                  </a:cubicBezTo>
                  <a:cubicBezTo>
                    <a:pt x="8038" y="3206"/>
                    <a:pt x="7267" y="1135"/>
                    <a:pt x="5481" y="323"/>
                  </a:cubicBezTo>
                  <a:cubicBezTo>
                    <a:pt x="5011" y="105"/>
                    <a:pt x="4514" y="1"/>
                    <a:pt x="40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3"/>
            <p:cNvSpPr/>
            <p:nvPr/>
          </p:nvSpPr>
          <p:spPr>
            <a:xfrm>
              <a:off x="5234900" y="3222600"/>
              <a:ext cx="118750" cy="128875"/>
            </a:xfrm>
            <a:custGeom>
              <a:rect b="b" l="l" r="r" t="t"/>
              <a:pathLst>
                <a:path extrusionOk="0" h="5155" w="4750">
                  <a:moveTo>
                    <a:pt x="426" y="0"/>
                  </a:moveTo>
                  <a:cubicBezTo>
                    <a:pt x="346" y="0"/>
                    <a:pt x="268" y="26"/>
                    <a:pt x="203" y="91"/>
                  </a:cubicBezTo>
                  <a:cubicBezTo>
                    <a:pt x="41" y="253"/>
                    <a:pt x="0" y="497"/>
                    <a:pt x="162" y="659"/>
                  </a:cubicBezTo>
                  <a:lnTo>
                    <a:pt x="4019" y="5003"/>
                  </a:lnTo>
                  <a:cubicBezTo>
                    <a:pt x="4093" y="5101"/>
                    <a:pt x="4226" y="5155"/>
                    <a:pt x="4347" y="5155"/>
                  </a:cubicBezTo>
                  <a:cubicBezTo>
                    <a:pt x="4425" y="5155"/>
                    <a:pt x="4499" y="5132"/>
                    <a:pt x="4547" y="5084"/>
                  </a:cubicBezTo>
                  <a:cubicBezTo>
                    <a:pt x="4709" y="4922"/>
                    <a:pt x="4750" y="4638"/>
                    <a:pt x="4628" y="4516"/>
                  </a:cubicBezTo>
                  <a:lnTo>
                    <a:pt x="771" y="132"/>
                  </a:lnTo>
                  <a:cubicBezTo>
                    <a:pt x="674" y="58"/>
                    <a:pt x="547" y="0"/>
                    <a:pt x="4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3"/>
            <p:cNvSpPr/>
            <p:nvPr/>
          </p:nvSpPr>
          <p:spPr>
            <a:xfrm>
              <a:off x="5303900" y="3321150"/>
              <a:ext cx="82225" cy="33750"/>
            </a:xfrm>
            <a:custGeom>
              <a:rect b="b" l="l" r="r" t="t"/>
              <a:pathLst>
                <a:path extrusionOk="0" h="1350" w="3289">
                  <a:moveTo>
                    <a:pt x="569" y="0"/>
                  </a:moveTo>
                  <a:cubicBezTo>
                    <a:pt x="285" y="0"/>
                    <a:pt x="78" y="199"/>
                    <a:pt x="41" y="533"/>
                  </a:cubicBezTo>
                  <a:cubicBezTo>
                    <a:pt x="0" y="817"/>
                    <a:pt x="244" y="1142"/>
                    <a:pt x="528" y="1142"/>
                  </a:cubicBezTo>
                  <a:lnTo>
                    <a:pt x="2639" y="1345"/>
                  </a:lnTo>
                  <a:cubicBezTo>
                    <a:pt x="2660" y="1348"/>
                    <a:pt x="2681" y="1350"/>
                    <a:pt x="2702" y="1350"/>
                  </a:cubicBezTo>
                  <a:cubicBezTo>
                    <a:pt x="2969" y="1350"/>
                    <a:pt x="3248" y="1118"/>
                    <a:pt x="3248" y="817"/>
                  </a:cubicBezTo>
                  <a:cubicBezTo>
                    <a:pt x="3288" y="533"/>
                    <a:pt x="3045" y="208"/>
                    <a:pt x="2720" y="208"/>
                  </a:cubicBezTo>
                  <a:lnTo>
                    <a:pt x="650" y="5"/>
                  </a:lnTo>
                  <a:cubicBezTo>
                    <a:pt x="622" y="2"/>
                    <a:pt x="595" y="0"/>
                    <a:pt x="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3"/>
            <p:cNvSpPr/>
            <p:nvPr/>
          </p:nvSpPr>
          <p:spPr>
            <a:xfrm>
              <a:off x="4586875" y="2419050"/>
              <a:ext cx="237500" cy="237500"/>
            </a:xfrm>
            <a:custGeom>
              <a:rect b="b" l="l" r="r" t="t"/>
              <a:pathLst>
                <a:path extrusionOk="0" h="9500" w="9500">
                  <a:moveTo>
                    <a:pt x="4182" y="812"/>
                  </a:moveTo>
                  <a:lnTo>
                    <a:pt x="4304" y="2030"/>
                  </a:lnTo>
                  <a:lnTo>
                    <a:pt x="3086" y="2030"/>
                  </a:lnTo>
                  <a:lnTo>
                    <a:pt x="2883" y="812"/>
                  </a:lnTo>
                  <a:close/>
                  <a:moveTo>
                    <a:pt x="5643" y="812"/>
                  </a:moveTo>
                  <a:lnTo>
                    <a:pt x="5725" y="2030"/>
                  </a:lnTo>
                  <a:lnTo>
                    <a:pt x="4507" y="2030"/>
                  </a:lnTo>
                  <a:lnTo>
                    <a:pt x="4385" y="812"/>
                  </a:lnTo>
                  <a:close/>
                  <a:moveTo>
                    <a:pt x="7105" y="812"/>
                  </a:moveTo>
                  <a:lnTo>
                    <a:pt x="7145" y="2030"/>
                  </a:lnTo>
                  <a:lnTo>
                    <a:pt x="5928" y="2030"/>
                  </a:lnTo>
                  <a:lnTo>
                    <a:pt x="5846" y="812"/>
                  </a:lnTo>
                  <a:close/>
                  <a:moveTo>
                    <a:pt x="8566" y="812"/>
                  </a:moveTo>
                  <a:lnTo>
                    <a:pt x="8566" y="2030"/>
                  </a:lnTo>
                  <a:lnTo>
                    <a:pt x="7348" y="2030"/>
                  </a:lnTo>
                  <a:lnTo>
                    <a:pt x="7308" y="812"/>
                  </a:lnTo>
                  <a:close/>
                  <a:moveTo>
                    <a:pt x="2680" y="853"/>
                  </a:moveTo>
                  <a:lnTo>
                    <a:pt x="2883" y="2111"/>
                  </a:lnTo>
                  <a:lnTo>
                    <a:pt x="1665" y="2111"/>
                  </a:lnTo>
                  <a:lnTo>
                    <a:pt x="1422" y="853"/>
                  </a:lnTo>
                  <a:close/>
                  <a:moveTo>
                    <a:pt x="4385" y="2314"/>
                  </a:moveTo>
                  <a:lnTo>
                    <a:pt x="4507" y="3451"/>
                  </a:lnTo>
                  <a:lnTo>
                    <a:pt x="3370" y="3451"/>
                  </a:lnTo>
                  <a:lnTo>
                    <a:pt x="3167" y="2314"/>
                  </a:lnTo>
                  <a:close/>
                  <a:moveTo>
                    <a:pt x="5725" y="2233"/>
                  </a:moveTo>
                  <a:lnTo>
                    <a:pt x="5846" y="3451"/>
                  </a:lnTo>
                  <a:lnTo>
                    <a:pt x="4669" y="3451"/>
                  </a:lnTo>
                  <a:lnTo>
                    <a:pt x="4507" y="2233"/>
                  </a:lnTo>
                  <a:close/>
                  <a:moveTo>
                    <a:pt x="7145" y="2233"/>
                  </a:moveTo>
                  <a:lnTo>
                    <a:pt x="7227" y="3451"/>
                  </a:lnTo>
                  <a:lnTo>
                    <a:pt x="6049" y="3451"/>
                  </a:lnTo>
                  <a:lnTo>
                    <a:pt x="5928" y="2233"/>
                  </a:lnTo>
                  <a:close/>
                  <a:moveTo>
                    <a:pt x="8607" y="2233"/>
                  </a:moveTo>
                  <a:lnTo>
                    <a:pt x="8607" y="3451"/>
                  </a:lnTo>
                  <a:lnTo>
                    <a:pt x="7470" y="3451"/>
                  </a:lnTo>
                  <a:lnTo>
                    <a:pt x="7430" y="2233"/>
                  </a:lnTo>
                  <a:close/>
                  <a:moveTo>
                    <a:pt x="2964" y="2314"/>
                  </a:moveTo>
                  <a:lnTo>
                    <a:pt x="3127" y="3532"/>
                  </a:lnTo>
                  <a:lnTo>
                    <a:pt x="1990" y="3532"/>
                  </a:lnTo>
                  <a:lnTo>
                    <a:pt x="1746" y="2314"/>
                  </a:lnTo>
                  <a:close/>
                  <a:moveTo>
                    <a:pt x="4507" y="3654"/>
                  </a:moveTo>
                  <a:lnTo>
                    <a:pt x="4669" y="4872"/>
                  </a:lnTo>
                  <a:lnTo>
                    <a:pt x="3573" y="4872"/>
                  </a:lnTo>
                  <a:lnTo>
                    <a:pt x="3370" y="3654"/>
                  </a:lnTo>
                  <a:close/>
                  <a:moveTo>
                    <a:pt x="7267" y="3654"/>
                  </a:moveTo>
                  <a:lnTo>
                    <a:pt x="7308" y="4872"/>
                  </a:lnTo>
                  <a:lnTo>
                    <a:pt x="6212" y="4872"/>
                  </a:lnTo>
                  <a:lnTo>
                    <a:pt x="6090" y="3654"/>
                  </a:lnTo>
                  <a:close/>
                  <a:moveTo>
                    <a:pt x="3167" y="3735"/>
                  </a:moveTo>
                  <a:lnTo>
                    <a:pt x="3370" y="4953"/>
                  </a:lnTo>
                  <a:lnTo>
                    <a:pt x="2233" y="4953"/>
                  </a:lnTo>
                  <a:lnTo>
                    <a:pt x="1990" y="3735"/>
                  </a:lnTo>
                  <a:close/>
                  <a:moveTo>
                    <a:pt x="5887" y="3735"/>
                  </a:moveTo>
                  <a:lnTo>
                    <a:pt x="6009" y="4953"/>
                  </a:lnTo>
                  <a:lnTo>
                    <a:pt x="4872" y="4953"/>
                  </a:lnTo>
                  <a:lnTo>
                    <a:pt x="4710" y="3735"/>
                  </a:lnTo>
                  <a:close/>
                  <a:moveTo>
                    <a:pt x="8647" y="3735"/>
                  </a:moveTo>
                  <a:lnTo>
                    <a:pt x="8647" y="4953"/>
                  </a:lnTo>
                  <a:lnTo>
                    <a:pt x="7511" y="4953"/>
                  </a:lnTo>
                  <a:lnTo>
                    <a:pt x="7470" y="3735"/>
                  </a:lnTo>
                  <a:close/>
                  <a:moveTo>
                    <a:pt x="3411" y="5075"/>
                  </a:moveTo>
                  <a:lnTo>
                    <a:pt x="3614" y="6293"/>
                  </a:lnTo>
                  <a:lnTo>
                    <a:pt x="2518" y="6293"/>
                  </a:lnTo>
                  <a:lnTo>
                    <a:pt x="2274" y="5075"/>
                  </a:lnTo>
                  <a:close/>
                  <a:moveTo>
                    <a:pt x="4710" y="5075"/>
                  </a:moveTo>
                  <a:lnTo>
                    <a:pt x="4872" y="6293"/>
                  </a:lnTo>
                  <a:lnTo>
                    <a:pt x="3817" y="6293"/>
                  </a:lnTo>
                  <a:lnTo>
                    <a:pt x="3614" y="5075"/>
                  </a:lnTo>
                  <a:close/>
                  <a:moveTo>
                    <a:pt x="6009" y="5075"/>
                  </a:moveTo>
                  <a:lnTo>
                    <a:pt x="6090" y="6293"/>
                  </a:lnTo>
                  <a:lnTo>
                    <a:pt x="5034" y="6293"/>
                  </a:lnTo>
                  <a:lnTo>
                    <a:pt x="4872" y="5075"/>
                  </a:lnTo>
                  <a:close/>
                  <a:moveTo>
                    <a:pt x="7308" y="5075"/>
                  </a:moveTo>
                  <a:lnTo>
                    <a:pt x="7348" y="6293"/>
                  </a:lnTo>
                  <a:lnTo>
                    <a:pt x="6293" y="6293"/>
                  </a:lnTo>
                  <a:lnTo>
                    <a:pt x="6212" y="5075"/>
                  </a:lnTo>
                  <a:close/>
                  <a:moveTo>
                    <a:pt x="8647" y="5075"/>
                  </a:moveTo>
                  <a:lnTo>
                    <a:pt x="8647" y="6293"/>
                  </a:lnTo>
                  <a:lnTo>
                    <a:pt x="7551" y="6293"/>
                  </a:lnTo>
                  <a:lnTo>
                    <a:pt x="7511" y="5075"/>
                  </a:lnTo>
                  <a:close/>
                  <a:moveTo>
                    <a:pt x="3654" y="6496"/>
                  </a:moveTo>
                  <a:lnTo>
                    <a:pt x="3857" y="7713"/>
                  </a:lnTo>
                  <a:lnTo>
                    <a:pt x="2842" y="7713"/>
                  </a:lnTo>
                  <a:lnTo>
                    <a:pt x="2599" y="6496"/>
                  </a:lnTo>
                  <a:close/>
                  <a:moveTo>
                    <a:pt x="4872" y="6496"/>
                  </a:moveTo>
                  <a:lnTo>
                    <a:pt x="5034" y="7713"/>
                  </a:lnTo>
                  <a:lnTo>
                    <a:pt x="4020" y="7713"/>
                  </a:lnTo>
                  <a:lnTo>
                    <a:pt x="3817" y="6496"/>
                  </a:lnTo>
                  <a:close/>
                  <a:moveTo>
                    <a:pt x="6131" y="6496"/>
                  </a:moveTo>
                  <a:lnTo>
                    <a:pt x="6252" y="7713"/>
                  </a:lnTo>
                  <a:lnTo>
                    <a:pt x="5237" y="7713"/>
                  </a:lnTo>
                  <a:lnTo>
                    <a:pt x="5075" y="6496"/>
                  </a:lnTo>
                  <a:close/>
                  <a:moveTo>
                    <a:pt x="7348" y="6496"/>
                  </a:moveTo>
                  <a:lnTo>
                    <a:pt x="7430" y="7713"/>
                  </a:lnTo>
                  <a:lnTo>
                    <a:pt x="6415" y="7713"/>
                  </a:lnTo>
                  <a:lnTo>
                    <a:pt x="6293" y="6496"/>
                  </a:lnTo>
                  <a:close/>
                  <a:moveTo>
                    <a:pt x="8647" y="6496"/>
                  </a:moveTo>
                  <a:lnTo>
                    <a:pt x="8647" y="7713"/>
                  </a:lnTo>
                  <a:lnTo>
                    <a:pt x="7633" y="7713"/>
                  </a:lnTo>
                  <a:lnTo>
                    <a:pt x="7551" y="6496"/>
                  </a:lnTo>
                  <a:close/>
                  <a:moveTo>
                    <a:pt x="1016" y="0"/>
                  </a:moveTo>
                  <a:lnTo>
                    <a:pt x="1178" y="650"/>
                  </a:lnTo>
                  <a:lnTo>
                    <a:pt x="1" y="650"/>
                  </a:lnTo>
                  <a:lnTo>
                    <a:pt x="41" y="853"/>
                  </a:lnTo>
                  <a:lnTo>
                    <a:pt x="1219" y="853"/>
                  </a:lnTo>
                  <a:lnTo>
                    <a:pt x="1462" y="2111"/>
                  </a:lnTo>
                  <a:lnTo>
                    <a:pt x="366" y="2111"/>
                  </a:lnTo>
                  <a:lnTo>
                    <a:pt x="407" y="2314"/>
                  </a:lnTo>
                  <a:lnTo>
                    <a:pt x="1543" y="2314"/>
                  </a:lnTo>
                  <a:lnTo>
                    <a:pt x="1787" y="3532"/>
                  </a:lnTo>
                  <a:lnTo>
                    <a:pt x="731" y="3532"/>
                  </a:lnTo>
                  <a:lnTo>
                    <a:pt x="772" y="3735"/>
                  </a:lnTo>
                  <a:lnTo>
                    <a:pt x="1827" y="3735"/>
                  </a:lnTo>
                  <a:lnTo>
                    <a:pt x="2071" y="4953"/>
                  </a:lnTo>
                  <a:lnTo>
                    <a:pt x="1056" y="4953"/>
                  </a:lnTo>
                  <a:lnTo>
                    <a:pt x="1137" y="5156"/>
                  </a:lnTo>
                  <a:lnTo>
                    <a:pt x="2152" y="5156"/>
                  </a:lnTo>
                  <a:lnTo>
                    <a:pt x="2396" y="6374"/>
                  </a:lnTo>
                  <a:lnTo>
                    <a:pt x="1381" y="6374"/>
                  </a:lnTo>
                  <a:lnTo>
                    <a:pt x="1422" y="6577"/>
                  </a:lnTo>
                  <a:lnTo>
                    <a:pt x="2396" y="6577"/>
                  </a:lnTo>
                  <a:lnTo>
                    <a:pt x="2639" y="7795"/>
                  </a:lnTo>
                  <a:lnTo>
                    <a:pt x="1665" y="7795"/>
                  </a:lnTo>
                  <a:lnTo>
                    <a:pt x="1746" y="7998"/>
                  </a:lnTo>
                  <a:lnTo>
                    <a:pt x="2680" y="7998"/>
                  </a:lnTo>
                  <a:lnTo>
                    <a:pt x="3005" y="9500"/>
                  </a:lnTo>
                  <a:lnTo>
                    <a:pt x="3167" y="9500"/>
                  </a:lnTo>
                  <a:lnTo>
                    <a:pt x="2842" y="7998"/>
                  </a:lnTo>
                  <a:lnTo>
                    <a:pt x="3857" y="7998"/>
                  </a:lnTo>
                  <a:lnTo>
                    <a:pt x="4101" y="9500"/>
                  </a:lnTo>
                  <a:lnTo>
                    <a:pt x="4263" y="9500"/>
                  </a:lnTo>
                  <a:lnTo>
                    <a:pt x="4020" y="7998"/>
                  </a:lnTo>
                  <a:lnTo>
                    <a:pt x="5034" y="7998"/>
                  </a:lnTo>
                  <a:lnTo>
                    <a:pt x="5237" y="9500"/>
                  </a:lnTo>
                  <a:lnTo>
                    <a:pt x="5400" y="9500"/>
                  </a:lnTo>
                  <a:lnTo>
                    <a:pt x="5197" y="7998"/>
                  </a:lnTo>
                  <a:lnTo>
                    <a:pt x="6212" y="7998"/>
                  </a:lnTo>
                  <a:lnTo>
                    <a:pt x="6334" y="9500"/>
                  </a:lnTo>
                  <a:lnTo>
                    <a:pt x="6496" y="9500"/>
                  </a:lnTo>
                  <a:lnTo>
                    <a:pt x="6415" y="7998"/>
                  </a:lnTo>
                  <a:lnTo>
                    <a:pt x="7430" y="7998"/>
                  </a:lnTo>
                  <a:lnTo>
                    <a:pt x="7470" y="9500"/>
                  </a:lnTo>
                  <a:lnTo>
                    <a:pt x="7633" y="9500"/>
                  </a:lnTo>
                  <a:lnTo>
                    <a:pt x="7551" y="7998"/>
                  </a:lnTo>
                  <a:lnTo>
                    <a:pt x="8566" y="7998"/>
                  </a:lnTo>
                  <a:lnTo>
                    <a:pt x="8566" y="9500"/>
                  </a:lnTo>
                  <a:lnTo>
                    <a:pt x="8729" y="9500"/>
                  </a:lnTo>
                  <a:lnTo>
                    <a:pt x="8729" y="7998"/>
                  </a:lnTo>
                  <a:lnTo>
                    <a:pt x="9500" y="7998"/>
                  </a:lnTo>
                  <a:lnTo>
                    <a:pt x="9500" y="7795"/>
                  </a:lnTo>
                  <a:lnTo>
                    <a:pt x="8729" y="7795"/>
                  </a:lnTo>
                  <a:lnTo>
                    <a:pt x="8729" y="6577"/>
                  </a:lnTo>
                  <a:lnTo>
                    <a:pt x="9500" y="6577"/>
                  </a:lnTo>
                  <a:lnTo>
                    <a:pt x="9500" y="6374"/>
                  </a:lnTo>
                  <a:lnTo>
                    <a:pt x="8729" y="6374"/>
                  </a:lnTo>
                  <a:lnTo>
                    <a:pt x="8729" y="5156"/>
                  </a:lnTo>
                  <a:lnTo>
                    <a:pt x="9500" y="5156"/>
                  </a:lnTo>
                  <a:lnTo>
                    <a:pt x="9500" y="4953"/>
                  </a:lnTo>
                  <a:lnTo>
                    <a:pt x="8729" y="4953"/>
                  </a:lnTo>
                  <a:lnTo>
                    <a:pt x="8729" y="3735"/>
                  </a:lnTo>
                  <a:lnTo>
                    <a:pt x="9500" y="3735"/>
                  </a:lnTo>
                  <a:lnTo>
                    <a:pt x="9500" y="3532"/>
                  </a:lnTo>
                  <a:lnTo>
                    <a:pt x="8729" y="3532"/>
                  </a:lnTo>
                  <a:lnTo>
                    <a:pt x="8729" y="2314"/>
                  </a:lnTo>
                  <a:lnTo>
                    <a:pt x="9500" y="2314"/>
                  </a:lnTo>
                  <a:lnTo>
                    <a:pt x="9500" y="2111"/>
                  </a:lnTo>
                  <a:lnTo>
                    <a:pt x="8729" y="2111"/>
                  </a:lnTo>
                  <a:lnTo>
                    <a:pt x="8729" y="853"/>
                  </a:lnTo>
                  <a:lnTo>
                    <a:pt x="9500" y="853"/>
                  </a:lnTo>
                  <a:lnTo>
                    <a:pt x="9500" y="650"/>
                  </a:lnTo>
                  <a:lnTo>
                    <a:pt x="8729" y="650"/>
                  </a:lnTo>
                  <a:lnTo>
                    <a:pt x="8729" y="0"/>
                  </a:lnTo>
                  <a:lnTo>
                    <a:pt x="8526" y="0"/>
                  </a:lnTo>
                  <a:lnTo>
                    <a:pt x="8526" y="650"/>
                  </a:lnTo>
                  <a:lnTo>
                    <a:pt x="7267" y="650"/>
                  </a:lnTo>
                  <a:lnTo>
                    <a:pt x="7227" y="0"/>
                  </a:lnTo>
                  <a:lnTo>
                    <a:pt x="7024" y="0"/>
                  </a:lnTo>
                  <a:lnTo>
                    <a:pt x="7064" y="650"/>
                  </a:lnTo>
                  <a:lnTo>
                    <a:pt x="5806" y="650"/>
                  </a:lnTo>
                  <a:lnTo>
                    <a:pt x="5725" y="0"/>
                  </a:lnTo>
                  <a:lnTo>
                    <a:pt x="5522" y="0"/>
                  </a:lnTo>
                  <a:lnTo>
                    <a:pt x="5603" y="650"/>
                  </a:lnTo>
                  <a:lnTo>
                    <a:pt x="4304" y="650"/>
                  </a:lnTo>
                  <a:lnTo>
                    <a:pt x="4223" y="0"/>
                  </a:lnTo>
                  <a:lnTo>
                    <a:pt x="4020" y="0"/>
                  </a:lnTo>
                  <a:lnTo>
                    <a:pt x="4101" y="650"/>
                  </a:lnTo>
                  <a:lnTo>
                    <a:pt x="2842" y="650"/>
                  </a:lnTo>
                  <a:lnTo>
                    <a:pt x="2761" y="0"/>
                  </a:lnTo>
                  <a:lnTo>
                    <a:pt x="2558" y="0"/>
                  </a:lnTo>
                  <a:lnTo>
                    <a:pt x="2639" y="650"/>
                  </a:lnTo>
                  <a:lnTo>
                    <a:pt x="1381" y="650"/>
                  </a:lnTo>
                  <a:lnTo>
                    <a:pt x="121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grpSp>
        <p:nvGrpSpPr>
          <p:cNvPr id="328" name="Google Shape;328;p54"/>
          <p:cNvGrpSpPr/>
          <p:nvPr/>
        </p:nvGrpSpPr>
        <p:grpSpPr>
          <a:xfrm>
            <a:off x="730372" y="1216725"/>
            <a:ext cx="801600" cy="801300"/>
            <a:chOff x="730372" y="1216725"/>
            <a:chExt cx="801600" cy="801300"/>
          </a:xfrm>
        </p:grpSpPr>
        <p:sp>
          <p:nvSpPr>
            <p:cNvPr id="329" name="Google Shape;329;p54"/>
            <p:cNvSpPr/>
            <p:nvPr/>
          </p:nvSpPr>
          <p:spPr>
            <a:xfrm>
              <a:off x="730372" y="1216725"/>
              <a:ext cx="801600" cy="801300"/>
            </a:xfrm>
            <a:prstGeom prst="ellipse">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30" name="Google Shape;330;p54"/>
            <p:cNvSpPr/>
            <p:nvPr/>
          </p:nvSpPr>
          <p:spPr>
            <a:xfrm>
              <a:off x="748691" y="1234875"/>
              <a:ext cx="765000" cy="765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grpSp>
        <p:nvGrpSpPr>
          <p:cNvPr id="331" name="Google Shape;331;p54"/>
          <p:cNvGrpSpPr/>
          <p:nvPr/>
        </p:nvGrpSpPr>
        <p:grpSpPr>
          <a:xfrm>
            <a:off x="3424461" y="1216725"/>
            <a:ext cx="801600" cy="801300"/>
            <a:chOff x="3429647" y="1216725"/>
            <a:chExt cx="801600" cy="801300"/>
          </a:xfrm>
        </p:grpSpPr>
        <p:sp>
          <p:nvSpPr>
            <p:cNvPr id="332" name="Google Shape;332;p54"/>
            <p:cNvSpPr/>
            <p:nvPr/>
          </p:nvSpPr>
          <p:spPr>
            <a:xfrm>
              <a:off x="3429647" y="1216725"/>
              <a:ext cx="801600" cy="801300"/>
            </a:xfrm>
            <a:prstGeom prst="ellipse">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33" name="Google Shape;333;p54"/>
            <p:cNvSpPr/>
            <p:nvPr/>
          </p:nvSpPr>
          <p:spPr>
            <a:xfrm>
              <a:off x="3447966" y="1234875"/>
              <a:ext cx="765000" cy="765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grpSp>
        <p:nvGrpSpPr>
          <p:cNvPr id="334" name="Google Shape;334;p54"/>
          <p:cNvGrpSpPr/>
          <p:nvPr/>
        </p:nvGrpSpPr>
        <p:grpSpPr>
          <a:xfrm>
            <a:off x="6080297" y="1216725"/>
            <a:ext cx="801600" cy="801300"/>
            <a:chOff x="6080297" y="1216725"/>
            <a:chExt cx="801600" cy="801300"/>
          </a:xfrm>
        </p:grpSpPr>
        <p:sp>
          <p:nvSpPr>
            <p:cNvPr id="335" name="Google Shape;335;p54"/>
            <p:cNvSpPr/>
            <p:nvPr/>
          </p:nvSpPr>
          <p:spPr>
            <a:xfrm>
              <a:off x="6080297" y="1216725"/>
              <a:ext cx="801600" cy="801300"/>
            </a:xfrm>
            <a:prstGeom prst="ellipse">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36" name="Google Shape;336;p54"/>
            <p:cNvSpPr/>
            <p:nvPr/>
          </p:nvSpPr>
          <p:spPr>
            <a:xfrm>
              <a:off x="6098616" y="1234875"/>
              <a:ext cx="765000" cy="765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grpSp>
        <p:nvGrpSpPr>
          <p:cNvPr id="337" name="Google Shape;337;p54"/>
          <p:cNvGrpSpPr/>
          <p:nvPr/>
        </p:nvGrpSpPr>
        <p:grpSpPr>
          <a:xfrm>
            <a:off x="719999" y="3004950"/>
            <a:ext cx="801600" cy="801300"/>
            <a:chOff x="719999" y="3004950"/>
            <a:chExt cx="801600" cy="801300"/>
          </a:xfrm>
        </p:grpSpPr>
        <p:sp>
          <p:nvSpPr>
            <p:cNvPr id="338" name="Google Shape;338;p54"/>
            <p:cNvSpPr/>
            <p:nvPr/>
          </p:nvSpPr>
          <p:spPr>
            <a:xfrm>
              <a:off x="719999" y="3004950"/>
              <a:ext cx="801600" cy="801300"/>
            </a:xfrm>
            <a:prstGeom prst="ellipse">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39" name="Google Shape;339;p54"/>
            <p:cNvSpPr/>
            <p:nvPr/>
          </p:nvSpPr>
          <p:spPr>
            <a:xfrm>
              <a:off x="738318" y="3023100"/>
              <a:ext cx="765000" cy="765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grpSp>
        <p:nvGrpSpPr>
          <p:cNvPr id="340" name="Google Shape;340;p54"/>
          <p:cNvGrpSpPr/>
          <p:nvPr/>
        </p:nvGrpSpPr>
        <p:grpSpPr>
          <a:xfrm>
            <a:off x="3424461" y="3004950"/>
            <a:ext cx="801600" cy="801300"/>
            <a:chOff x="3419274" y="3004950"/>
            <a:chExt cx="801600" cy="801300"/>
          </a:xfrm>
        </p:grpSpPr>
        <p:sp>
          <p:nvSpPr>
            <p:cNvPr id="341" name="Google Shape;341;p54"/>
            <p:cNvSpPr/>
            <p:nvPr/>
          </p:nvSpPr>
          <p:spPr>
            <a:xfrm>
              <a:off x="3419274" y="3004950"/>
              <a:ext cx="801600" cy="801300"/>
            </a:xfrm>
            <a:prstGeom prst="ellipse">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42" name="Google Shape;342;p54"/>
            <p:cNvSpPr/>
            <p:nvPr/>
          </p:nvSpPr>
          <p:spPr>
            <a:xfrm>
              <a:off x="3437593" y="3023100"/>
              <a:ext cx="765000" cy="765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sp>
        <p:nvSpPr>
          <p:cNvPr id="343" name="Google Shape;343;p54"/>
          <p:cNvSpPr txBox="1"/>
          <p:nvPr>
            <p:ph type="title"/>
          </p:nvPr>
        </p:nvSpPr>
        <p:spPr>
          <a:xfrm>
            <a:off x="72775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06666"/>
                </a:solidFill>
                <a:latin typeface="Times New Roman"/>
                <a:ea typeface="Times New Roman"/>
                <a:cs typeface="Times New Roman"/>
                <a:sym typeface="Times New Roman"/>
              </a:rPr>
              <a:t>Table of contents</a:t>
            </a:r>
            <a:endParaRPr>
              <a:solidFill>
                <a:srgbClr val="E06666"/>
              </a:solidFill>
              <a:latin typeface="Times New Roman"/>
              <a:ea typeface="Times New Roman"/>
              <a:cs typeface="Times New Roman"/>
              <a:sym typeface="Times New Roman"/>
            </a:endParaRPr>
          </a:p>
        </p:txBody>
      </p:sp>
      <p:sp>
        <p:nvSpPr>
          <p:cNvPr id="344" name="Google Shape;344;p54"/>
          <p:cNvSpPr txBox="1"/>
          <p:nvPr>
            <p:ph idx="2" type="title"/>
          </p:nvPr>
        </p:nvSpPr>
        <p:spPr>
          <a:xfrm>
            <a:off x="761931" y="1390706"/>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01</a:t>
            </a:r>
            <a:endParaRPr>
              <a:latin typeface="Times New Roman"/>
              <a:ea typeface="Times New Roman"/>
              <a:cs typeface="Times New Roman"/>
              <a:sym typeface="Times New Roman"/>
            </a:endParaRPr>
          </a:p>
        </p:txBody>
      </p:sp>
      <p:grpSp>
        <p:nvGrpSpPr>
          <p:cNvPr id="345" name="Google Shape;345;p54"/>
          <p:cNvGrpSpPr/>
          <p:nvPr/>
        </p:nvGrpSpPr>
        <p:grpSpPr>
          <a:xfrm>
            <a:off x="6069924" y="3004950"/>
            <a:ext cx="801600" cy="801300"/>
            <a:chOff x="6069924" y="3004950"/>
            <a:chExt cx="801600" cy="801300"/>
          </a:xfrm>
        </p:grpSpPr>
        <p:sp>
          <p:nvSpPr>
            <p:cNvPr id="346" name="Google Shape;346;p54"/>
            <p:cNvSpPr/>
            <p:nvPr/>
          </p:nvSpPr>
          <p:spPr>
            <a:xfrm>
              <a:off x="6069924" y="3004950"/>
              <a:ext cx="801600" cy="801300"/>
            </a:xfrm>
            <a:prstGeom prst="ellipse">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47" name="Google Shape;347;p54"/>
            <p:cNvSpPr/>
            <p:nvPr/>
          </p:nvSpPr>
          <p:spPr>
            <a:xfrm>
              <a:off x="6088243" y="3023100"/>
              <a:ext cx="765000" cy="765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sp>
        <p:nvSpPr>
          <p:cNvPr id="348" name="Google Shape;348;p54"/>
          <p:cNvSpPr txBox="1"/>
          <p:nvPr>
            <p:ph idx="3" type="title"/>
          </p:nvPr>
        </p:nvSpPr>
        <p:spPr>
          <a:xfrm>
            <a:off x="761931" y="3170845"/>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04</a:t>
            </a:r>
            <a:endParaRPr>
              <a:latin typeface="Times New Roman"/>
              <a:ea typeface="Times New Roman"/>
              <a:cs typeface="Times New Roman"/>
              <a:sym typeface="Times New Roman"/>
            </a:endParaRPr>
          </a:p>
        </p:txBody>
      </p:sp>
      <p:sp>
        <p:nvSpPr>
          <p:cNvPr id="349" name="Google Shape;349;p54"/>
          <p:cNvSpPr txBox="1"/>
          <p:nvPr>
            <p:ph idx="4" type="title"/>
          </p:nvPr>
        </p:nvSpPr>
        <p:spPr>
          <a:xfrm>
            <a:off x="3447229" y="1390706"/>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02</a:t>
            </a:r>
            <a:endParaRPr>
              <a:latin typeface="Times New Roman"/>
              <a:ea typeface="Times New Roman"/>
              <a:cs typeface="Times New Roman"/>
              <a:sym typeface="Times New Roman"/>
            </a:endParaRPr>
          </a:p>
        </p:txBody>
      </p:sp>
      <p:sp>
        <p:nvSpPr>
          <p:cNvPr id="350" name="Google Shape;350;p54"/>
          <p:cNvSpPr txBox="1"/>
          <p:nvPr>
            <p:ph idx="5" type="title"/>
          </p:nvPr>
        </p:nvSpPr>
        <p:spPr>
          <a:xfrm>
            <a:off x="3447229" y="3170845"/>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a:t>
            </a:r>
            <a:r>
              <a:rPr lang="en">
                <a:latin typeface="Times New Roman"/>
                <a:ea typeface="Times New Roman"/>
                <a:cs typeface="Times New Roman"/>
                <a:sym typeface="Times New Roman"/>
              </a:rPr>
              <a:t>5</a:t>
            </a:r>
            <a:endParaRPr>
              <a:latin typeface="Times New Roman"/>
              <a:ea typeface="Times New Roman"/>
              <a:cs typeface="Times New Roman"/>
              <a:sym typeface="Times New Roman"/>
            </a:endParaRPr>
          </a:p>
        </p:txBody>
      </p:sp>
      <p:sp>
        <p:nvSpPr>
          <p:cNvPr id="351" name="Google Shape;351;p54"/>
          <p:cNvSpPr txBox="1"/>
          <p:nvPr>
            <p:ph idx="6" type="title"/>
          </p:nvPr>
        </p:nvSpPr>
        <p:spPr>
          <a:xfrm>
            <a:off x="6111562" y="1390706"/>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03</a:t>
            </a:r>
            <a:endParaRPr>
              <a:latin typeface="Times New Roman"/>
              <a:ea typeface="Times New Roman"/>
              <a:cs typeface="Times New Roman"/>
              <a:sym typeface="Times New Roman"/>
            </a:endParaRPr>
          </a:p>
        </p:txBody>
      </p:sp>
      <p:sp>
        <p:nvSpPr>
          <p:cNvPr id="352" name="Google Shape;352;p54"/>
          <p:cNvSpPr txBox="1"/>
          <p:nvPr>
            <p:ph idx="7" type="title"/>
          </p:nvPr>
        </p:nvSpPr>
        <p:spPr>
          <a:xfrm>
            <a:off x="6111562" y="3170845"/>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06</a:t>
            </a:r>
            <a:endParaRPr>
              <a:latin typeface="Times New Roman"/>
              <a:ea typeface="Times New Roman"/>
              <a:cs typeface="Times New Roman"/>
              <a:sym typeface="Times New Roman"/>
            </a:endParaRPr>
          </a:p>
        </p:txBody>
      </p:sp>
      <p:sp>
        <p:nvSpPr>
          <p:cNvPr id="353" name="Google Shape;353;p54"/>
          <p:cNvSpPr txBox="1"/>
          <p:nvPr>
            <p:ph idx="1" type="subTitle"/>
          </p:nvPr>
        </p:nvSpPr>
        <p:spPr>
          <a:xfrm>
            <a:off x="720000" y="2064875"/>
            <a:ext cx="2305500" cy="7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Introduction 	</a:t>
            </a:r>
            <a:endParaRPr>
              <a:latin typeface="Times New Roman"/>
              <a:ea typeface="Times New Roman"/>
              <a:cs typeface="Times New Roman"/>
              <a:sym typeface="Times New Roman"/>
            </a:endParaRPr>
          </a:p>
        </p:txBody>
      </p:sp>
      <p:sp>
        <p:nvSpPr>
          <p:cNvPr id="354" name="Google Shape;354;p54"/>
          <p:cNvSpPr txBox="1"/>
          <p:nvPr>
            <p:ph idx="8" type="subTitle"/>
          </p:nvPr>
        </p:nvSpPr>
        <p:spPr>
          <a:xfrm>
            <a:off x="3419275" y="2064875"/>
            <a:ext cx="2305500" cy="7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Research Question </a:t>
            </a:r>
            <a:endParaRPr>
              <a:latin typeface="Times New Roman"/>
              <a:ea typeface="Times New Roman"/>
              <a:cs typeface="Times New Roman"/>
              <a:sym typeface="Times New Roman"/>
            </a:endParaRPr>
          </a:p>
        </p:txBody>
      </p:sp>
      <p:sp>
        <p:nvSpPr>
          <p:cNvPr id="355" name="Google Shape;355;p54"/>
          <p:cNvSpPr txBox="1"/>
          <p:nvPr>
            <p:ph idx="9" type="subTitle"/>
          </p:nvPr>
        </p:nvSpPr>
        <p:spPr>
          <a:xfrm>
            <a:off x="6069925" y="2064875"/>
            <a:ext cx="2305500" cy="7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Data Used</a:t>
            </a:r>
            <a:endParaRPr>
              <a:latin typeface="Times New Roman"/>
              <a:ea typeface="Times New Roman"/>
              <a:cs typeface="Times New Roman"/>
              <a:sym typeface="Times New Roman"/>
            </a:endParaRPr>
          </a:p>
        </p:txBody>
      </p:sp>
      <p:sp>
        <p:nvSpPr>
          <p:cNvPr id="356" name="Google Shape;356;p54"/>
          <p:cNvSpPr txBox="1"/>
          <p:nvPr>
            <p:ph idx="13" type="subTitle"/>
          </p:nvPr>
        </p:nvSpPr>
        <p:spPr>
          <a:xfrm>
            <a:off x="720000" y="3803150"/>
            <a:ext cx="2305500" cy="7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Data Visualization </a:t>
            </a:r>
            <a:endParaRPr>
              <a:latin typeface="Times New Roman"/>
              <a:ea typeface="Times New Roman"/>
              <a:cs typeface="Times New Roman"/>
              <a:sym typeface="Times New Roman"/>
            </a:endParaRPr>
          </a:p>
        </p:txBody>
      </p:sp>
      <p:sp>
        <p:nvSpPr>
          <p:cNvPr id="357" name="Google Shape;357;p54"/>
          <p:cNvSpPr txBox="1"/>
          <p:nvPr>
            <p:ph idx="14" type="subTitle"/>
          </p:nvPr>
        </p:nvSpPr>
        <p:spPr>
          <a:xfrm>
            <a:off x="3419275" y="3803150"/>
            <a:ext cx="2305500" cy="7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Model Training </a:t>
            </a:r>
            <a:endParaRPr>
              <a:latin typeface="Times New Roman"/>
              <a:ea typeface="Times New Roman"/>
              <a:cs typeface="Times New Roman"/>
              <a:sym typeface="Times New Roman"/>
            </a:endParaRPr>
          </a:p>
        </p:txBody>
      </p:sp>
      <p:sp>
        <p:nvSpPr>
          <p:cNvPr id="358" name="Google Shape;358;p54"/>
          <p:cNvSpPr txBox="1"/>
          <p:nvPr>
            <p:ph idx="15" type="subTitle"/>
          </p:nvPr>
        </p:nvSpPr>
        <p:spPr>
          <a:xfrm>
            <a:off x="6069925" y="3803150"/>
            <a:ext cx="2305500" cy="7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Findings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06666"/>
                </a:solidFill>
                <a:latin typeface="Times New Roman"/>
                <a:ea typeface="Times New Roman"/>
                <a:cs typeface="Times New Roman"/>
                <a:sym typeface="Times New Roman"/>
              </a:rPr>
              <a:t>Introduction </a:t>
            </a:r>
            <a:endParaRPr>
              <a:solidFill>
                <a:srgbClr val="E06666"/>
              </a:solidFill>
              <a:latin typeface="Times New Roman"/>
              <a:ea typeface="Times New Roman"/>
              <a:cs typeface="Times New Roman"/>
              <a:sym typeface="Times New Roman"/>
            </a:endParaRPr>
          </a:p>
        </p:txBody>
      </p:sp>
      <p:sp>
        <p:nvSpPr>
          <p:cNvPr id="364" name="Google Shape;364;p55"/>
          <p:cNvSpPr txBox="1"/>
          <p:nvPr>
            <p:ph idx="1" type="body"/>
          </p:nvPr>
        </p:nvSpPr>
        <p:spPr>
          <a:xfrm>
            <a:off x="660625" y="1017725"/>
            <a:ext cx="7704000" cy="325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“Bluebikes is public transportation by bike! With more than 5,300 bikes and 550 stations, it's a fast, fun, and affordable way to get around Metro Boston.”</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We’ve all seen one, some even used one, but who is keeping this business afloat? Specifically, we aimed at analyze the relationship between Colleges, U</a:t>
            </a:r>
            <a:r>
              <a:rPr lang="en">
                <a:latin typeface="Times New Roman"/>
                <a:ea typeface="Times New Roman"/>
                <a:cs typeface="Times New Roman"/>
                <a:sym typeface="Times New Roman"/>
              </a:rPr>
              <a:t>niversities, and Bluebikes.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nvGrpSpPr>
          <p:cNvPr id="365" name="Google Shape;365;p55"/>
          <p:cNvGrpSpPr/>
          <p:nvPr/>
        </p:nvGrpSpPr>
        <p:grpSpPr>
          <a:xfrm>
            <a:off x="6257231" y="2618958"/>
            <a:ext cx="2333015" cy="2075372"/>
            <a:chOff x="4886332" y="1161660"/>
            <a:chExt cx="3864527" cy="3437754"/>
          </a:xfrm>
        </p:grpSpPr>
        <p:sp>
          <p:nvSpPr>
            <p:cNvPr id="366" name="Google Shape;366;p55"/>
            <p:cNvSpPr/>
            <p:nvPr/>
          </p:nvSpPr>
          <p:spPr>
            <a:xfrm>
              <a:off x="4916003" y="4507881"/>
              <a:ext cx="1223171" cy="91533"/>
            </a:xfrm>
            <a:custGeom>
              <a:rect b="b" l="l" r="r" t="t"/>
              <a:pathLst>
                <a:path extrusionOk="0" h="1126" w="15047">
                  <a:moveTo>
                    <a:pt x="7508" y="1"/>
                  </a:moveTo>
                  <a:cubicBezTo>
                    <a:pt x="3374" y="1"/>
                    <a:pt x="0" y="274"/>
                    <a:pt x="0" y="578"/>
                  </a:cubicBezTo>
                  <a:cubicBezTo>
                    <a:pt x="0" y="882"/>
                    <a:pt x="3374" y="1125"/>
                    <a:pt x="7508" y="1125"/>
                  </a:cubicBezTo>
                  <a:cubicBezTo>
                    <a:pt x="11642" y="1125"/>
                    <a:pt x="15046" y="882"/>
                    <a:pt x="15046" y="578"/>
                  </a:cubicBezTo>
                  <a:cubicBezTo>
                    <a:pt x="15046" y="213"/>
                    <a:pt x="11642" y="1"/>
                    <a:pt x="7508" y="1"/>
                  </a:cubicBezTo>
                  <a:close/>
                </a:path>
              </a:pathLst>
            </a:custGeom>
            <a:solidFill>
              <a:srgbClr val="CFBF8B"/>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67" name="Google Shape;367;p55"/>
            <p:cNvSpPr/>
            <p:nvPr/>
          </p:nvSpPr>
          <p:spPr>
            <a:xfrm>
              <a:off x="6682678" y="3489886"/>
              <a:ext cx="148354" cy="358326"/>
            </a:xfrm>
            <a:custGeom>
              <a:rect b="b" l="l" r="r" t="t"/>
              <a:pathLst>
                <a:path extrusionOk="0" fill="none" h="4408" w="1825">
                  <a:moveTo>
                    <a:pt x="0" y="1"/>
                  </a:moveTo>
                  <a:lnTo>
                    <a:pt x="1824" y="4408"/>
                  </a:lnTo>
                </a:path>
              </a:pathLst>
            </a:custGeom>
            <a:noFill/>
            <a:ln cap="flat" cmpd="sng" w="5500">
              <a:solidFill>
                <a:srgbClr val="092242"/>
              </a:solidFill>
              <a:prstDash val="solid"/>
              <a:miter lim="30395"/>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68" name="Google Shape;368;p55"/>
            <p:cNvSpPr/>
            <p:nvPr/>
          </p:nvSpPr>
          <p:spPr>
            <a:xfrm>
              <a:off x="6573912" y="3467694"/>
              <a:ext cx="220052" cy="44547"/>
            </a:xfrm>
            <a:custGeom>
              <a:rect b="b" l="l" r="r" t="t"/>
              <a:pathLst>
                <a:path extrusionOk="0" h="548" w="2707">
                  <a:moveTo>
                    <a:pt x="1" y="0"/>
                  </a:moveTo>
                  <a:lnTo>
                    <a:pt x="1" y="547"/>
                  </a:lnTo>
                  <a:lnTo>
                    <a:pt x="2706" y="547"/>
                  </a:lnTo>
                  <a:lnTo>
                    <a:pt x="2706" y="0"/>
                  </a:lnTo>
                  <a:close/>
                </a:path>
              </a:pathLst>
            </a:custGeom>
            <a:solidFill>
              <a:srgbClr val="006EED"/>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69" name="Google Shape;369;p55"/>
            <p:cNvSpPr/>
            <p:nvPr/>
          </p:nvSpPr>
          <p:spPr>
            <a:xfrm>
              <a:off x="6527008" y="3339175"/>
              <a:ext cx="217532" cy="123642"/>
            </a:xfrm>
            <a:custGeom>
              <a:rect b="b" l="l" r="r" t="t"/>
              <a:pathLst>
                <a:path extrusionOk="0" h="1521" w="2676">
                  <a:moveTo>
                    <a:pt x="1915" y="0"/>
                  </a:moveTo>
                  <a:lnTo>
                    <a:pt x="1095" y="274"/>
                  </a:lnTo>
                  <a:cubicBezTo>
                    <a:pt x="1611" y="1034"/>
                    <a:pt x="0" y="1520"/>
                    <a:pt x="0" y="1520"/>
                  </a:cubicBezTo>
                  <a:lnTo>
                    <a:pt x="2675" y="1520"/>
                  </a:lnTo>
                  <a:lnTo>
                    <a:pt x="1915" y="0"/>
                  </a:lnTo>
                  <a:close/>
                </a:path>
              </a:pathLst>
            </a:custGeom>
            <a:solidFill>
              <a:srgbClr val="092242"/>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0" name="Google Shape;370;p55"/>
            <p:cNvSpPr/>
            <p:nvPr/>
          </p:nvSpPr>
          <p:spPr>
            <a:xfrm>
              <a:off x="6250297" y="2368084"/>
              <a:ext cx="1087254" cy="1030432"/>
            </a:xfrm>
            <a:custGeom>
              <a:rect b="b" l="l" r="r" t="t"/>
              <a:pathLst>
                <a:path extrusionOk="0" h="12676" w="13375">
                  <a:moveTo>
                    <a:pt x="8663" y="1"/>
                  </a:moveTo>
                  <a:cubicBezTo>
                    <a:pt x="8663" y="1"/>
                    <a:pt x="517" y="2949"/>
                    <a:pt x="243" y="5776"/>
                  </a:cubicBezTo>
                  <a:cubicBezTo>
                    <a:pt x="0" y="8573"/>
                    <a:pt x="4012" y="12676"/>
                    <a:pt x="4012" y="12676"/>
                  </a:cubicBezTo>
                  <a:lnTo>
                    <a:pt x="5715" y="12676"/>
                  </a:lnTo>
                  <a:lnTo>
                    <a:pt x="4012" y="7478"/>
                  </a:lnTo>
                  <a:lnTo>
                    <a:pt x="13374" y="2828"/>
                  </a:lnTo>
                  <a:lnTo>
                    <a:pt x="8663" y="1"/>
                  </a:lnTo>
                  <a:close/>
                </a:path>
              </a:pathLst>
            </a:custGeom>
            <a:solidFill>
              <a:srgbClr val="609A92"/>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1" name="Google Shape;371;p55"/>
            <p:cNvSpPr/>
            <p:nvPr/>
          </p:nvSpPr>
          <p:spPr>
            <a:xfrm>
              <a:off x="5921641" y="2973451"/>
              <a:ext cx="872323" cy="842652"/>
            </a:xfrm>
            <a:custGeom>
              <a:rect b="b" l="l" r="r" t="t"/>
              <a:pathLst>
                <a:path extrusionOk="0" fill="none" h="10366" w="10731">
                  <a:moveTo>
                    <a:pt x="1" y="1"/>
                  </a:moveTo>
                  <a:cubicBezTo>
                    <a:pt x="1" y="1"/>
                    <a:pt x="10639" y="1065"/>
                    <a:pt x="10730" y="10366"/>
                  </a:cubicBezTo>
                </a:path>
              </a:pathLst>
            </a:custGeom>
            <a:noFill/>
            <a:ln cap="rnd" cmpd="sng" w="11475">
              <a:solidFill>
                <a:srgbClr val="C76C1F"/>
              </a:solidFill>
              <a:prstDash val="solid"/>
              <a:round/>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2" name="Google Shape;372;p55"/>
            <p:cNvSpPr/>
            <p:nvPr/>
          </p:nvSpPr>
          <p:spPr>
            <a:xfrm>
              <a:off x="6830951" y="3630762"/>
              <a:ext cx="1299746" cy="420107"/>
            </a:xfrm>
            <a:custGeom>
              <a:rect b="b" l="l" r="r" t="t"/>
              <a:pathLst>
                <a:path extrusionOk="0" fill="none" h="5168" w="15989">
                  <a:moveTo>
                    <a:pt x="213" y="0"/>
                  </a:moveTo>
                  <a:lnTo>
                    <a:pt x="15988" y="1641"/>
                  </a:lnTo>
                  <a:lnTo>
                    <a:pt x="15988" y="3404"/>
                  </a:lnTo>
                  <a:lnTo>
                    <a:pt x="0" y="5167"/>
                  </a:lnTo>
                </a:path>
              </a:pathLst>
            </a:custGeom>
            <a:noFill/>
            <a:ln cap="flat" cmpd="sng" w="4125">
              <a:solidFill>
                <a:srgbClr val="092242"/>
              </a:solidFill>
              <a:prstDash val="solid"/>
              <a:miter lim="30395"/>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3" name="Google Shape;373;p55"/>
            <p:cNvSpPr/>
            <p:nvPr/>
          </p:nvSpPr>
          <p:spPr>
            <a:xfrm>
              <a:off x="4886332" y="3198299"/>
              <a:ext cx="1279992" cy="1277554"/>
            </a:xfrm>
            <a:custGeom>
              <a:rect b="b" l="l" r="r" t="t"/>
              <a:pathLst>
                <a:path extrusionOk="0" fill="none" h="15716" w="15746">
                  <a:moveTo>
                    <a:pt x="15746" y="7873"/>
                  </a:moveTo>
                  <a:cubicBezTo>
                    <a:pt x="15746" y="12190"/>
                    <a:pt x="12220" y="15715"/>
                    <a:pt x="7873" y="15715"/>
                  </a:cubicBezTo>
                  <a:cubicBezTo>
                    <a:pt x="3557" y="15715"/>
                    <a:pt x="1" y="12190"/>
                    <a:pt x="1" y="7873"/>
                  </a:cubicBezTo>
                  <a:cubicBezTo>
                    <a:pt x="1" y="3527"/>
                    <a:pt x="3557" y="1"/>
                    <a:pt x="7873" y="1"/>
                  </a:cubicBezTo>
                  <a:cubicBezTo>
                    <a:pt x="12250" y="31"/>
                    <a:pt x="15746" y="3527"/>
                    <a:pt x="15746" y="7873"/>
                  </a:cubicBezTo>
                  <a:close/>
                </a:path>
              </a:pathLst>
            </a:custGeom>
            <a:noFill/>
            <a:ln cap="flat" cmpd="sng" w="22950">
              <a:solidFill>
                <a:srgbClr val="006EED"/>
              </a:solidFill>
              <a:prstDash val="solid"/>
              <a:miter lim="30395"/>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4" name="Google Shape;374;p55"/>
            <p:cNvSpPr/>
            <p:nvPr/>
          </p:nvSpPr>
          <p:spPr>
            <a:xfrm>
              <a:off x="4945673" y="3252682"/>
              <a:ext cx="1168788" cy="1168788"/>
            </a:xfrm>
            <a:custGeom>
              <a:rect b="b" l="l" r="r" t="t"/>
              <a:pathLst>
                <a:path extrusionOk="0" fill="none" h="14378" w="14378">
                  <a:moveTo>
                    <a:pt x="14377" y="7204"/>
                  </a:moveTo>
                  <a:cubicBezTo>
                    <a:pt x="14377" y="11186"/>
                    <a:pt x="11125" y="14378"/>
                    <a:pt x="7174" y="14378"/>
                  </a:cubicBezTo>
                  <a:cubicBezTo>
                    <a:pt x="3192" y="14378"/>
                    <a:pt x="0" y="11156"/>
                    <a:pt x="0" y="7204"/>
                  </a:cubicBezTo>
                  <a:cubicBezTo>
                    <a:pt x="0" y="3192"/>
                    <a:pt x="3222" y="1"/>
                    <a:pt x="7174" y="1"/>
                  </a:cubicBezTo>
                  <a:cubicBezTo>
                    <a:pt x="11125" y="1"/>
                    <a:pt x="14377" y="3253"/>
                    <a:pt x="14377" y="7204"/>
                  </a:cubicBezTo>
                  <a:close/>
                </a:path>
              </a:pathLst>
            </a:custGeom>
            <a:noFill/>
            <a:ln cap="flat" cmpd="sng" w="11000">
              <a:solidFill>
                <a:srgbClr val="092242"/>
              </a:solidFill>
              <a:prstDash val="solid"/>
              <a:miter lim="30395"/>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5" name="Google Shape;375;p55"/>
            <p:cNvSpPr/>
            <p:nvPr/>
          </p:nvSpPr>
          <p:spPr>
            <a:xfrm>
              <a:off x="5432438" y="3741885"/>
              <a:ext cx="192820" cy="190381"/>
            </a:xfrm>
            <a:custGeom>
              <a:rect b="b" l="l" r="r" t="t"/>
              <a:pathLst>
                <a:path extrusionOk="0" h="2342" w="2372">
                  <a:moveTo>
                    <a:pt x="1186" y="1"/>
                  </a:moveTo>
                  <a:cubicBezTo>
                    <a:pt x="547" y="1"/>
                    <a:pt x="0" y="518"/>
                    <a:pt x="0" y="1186"/>
                  </a:cubicBezTo>
                  <a:cubicBezTo>
                    <a:pt x="0" y="1825"/>
                    <a:pt x="547" y="2341"/>
                    <a:pt x="1186" y="2341"/>
                  </a:cubicBezTo>
                  <a:cubicBezTo>
                    <a:pt x="1854" y="2341"/>
                    <a:pt x="2371" y="1825"/>
                    <a:pt x="2371" y="1186"/>
                  </a:cubicBezTo>
                  <a:cubicBezTo>
                    <a:pt x="2371" y="518"/>
                    <a:pt x="1854" y="1"/>
                    <a:pt x="1186" y="1"/>
                  </a:cubicBezTo>
                  <a:close/>
                </a:path>
              </a:pathLst>
            </a:custGeom>
            <a:solidFill>
              <a:srgbClr val="F7AC2D"/>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6" name="Google Shape;376;p55"/>
            <p:cNvSpPr/>
            <p:nvPr/>
          </p:nvSpPr>
          <p:spPr>
            <a:xfrm>
              <a:off x="7500537" y="4507881"/>
              <a:ext cx="1223171" cy="91533"/>
            </a:xfrm>
            <a:custGeom>
              <a:rect b="b" l="l" r="r" t="t"/>
              <a:pathLst>
                <a:path extrusionOk="0" h="1126" w="15047">
                  <a:moveTo>
                    <a:pt x="7508" y="1"/>
                  </a:moveTo>
                  <a:cubicBezTo>
                    <a:pt x="3374" y="1"/>
                    <a:pt x="0" y="274"/>
                    <a:pt x="0" y="578"/>
                  </a:cubicBezTo>
                  <a:cubicBezTo>
                    <a:pt x="0" y="882"/>
                    <a:pt x="3374" y="1125"/>
                    <a:pt x="7508" y="1125"/>
                  </a:cubicBezTo>
                  <a:cubicBezTo>
                    <a:pt x="11672" y="1125"/>
                    <a:pt x="15046" y="882"/>
                    <a:pt x="15046" y="578"/>
                  </a:cubicBezTo>
                  <a:cubicBezTo>
                    <a:pt x="15046" y="213"/>
                    <a:pt x="11672" y="1"/>
                    <a:pt x="7508" y="1"/>
                  </a:cubicBezTo>
                  <a:close/>
                </a:path>
              </a:pathLst>
            </a:custGeom>
            <a:solidFill>
              <a:srgbClr val="CFBF8B"/>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7" name="Google Shape;377;p55"/>
            <p:cNvSpPr/>
            <p:nvPr/>
          </p:nvSpPr>
          <p:spPr>
            <a:xfrm>
              <a:off x="7473386" y="3198299"/>
              <a:ext cx="1277472" cy="1277554"/>
            </a:xfrm>
            <a:custGeom>
              <a:rect b="b" l="l" r="r" t="t"/>
              <a:pathLst>
                <a:path extrusionOk="0" fill="none" h="15716" w="15715">
                  <a:moveTo>
                    <a:pt x="15715" y="7873"/>
                  </a:moveTo>
                  <a:cubicBezTo>
                    <a:pt x="15715" y="12190"/>
                    <a:pt x="12189" y="15715"/>
                    <a:pt x="7842" y="15715"/>
                  </a:cubicBezTo>
                  <a:cubicBezTo>
                    <a:pt x="3526" y="15715"/>
                    <a:pt x="0" y="12190"/>
                    <a:pt x="0" y="7873"/>
                  </a:cubicBezTo>
                  <a:cubicBezTo>
                    <a:pt x="0" y="3527"/>
                    <a:pt x="3526" y="1"/>
                    <a:pt x="7842" y="1"/>
                  </a:cubicBezTo>
                  <a:cubicBezTo>
                    <a:pt x="12219" y="31"/>
                    <a:pt x="15715" y="3527"/>
                    <a:pt x="15715" y="7873"/>
                  </a:cubicBezTo>
                  <a:close/>
                </a:path>
              </a:pathLst>
            </a:custGeom>
            <a:noFill/>
            <a:ln cap="flat" cmpd="sng" w="22950">
              <a:solidFill>
                <a:srgbClr val="006EED"/>
              </a:solidFill>
              <a:prstDash val="solid"/>
              <a:miter lim="30395"/>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8" name="Google Shape;378;p55"/>
            <p:cNvSpPr/>
            <p:nvPr/>
          </p:nvSpPr>
          <p:spPr>
            <a:xfrm>
              <a:off x="7530208" y="3252682"/>
              <a:ext cx="1168788" cy="1168788"/>
            </a:xfrm>
            <a:custGeom>
              <a:rect b="b" l="l" r="r" t="t"/>
              <a:pathLst>
                <a:path extrusionOk="0" fill="none" h="14378" w="14378">
                  <a:moveTo>
                    <a:pt x="14377" y="7204"/>
                  </a:moveTo>
                  <a:cubicBezTo>
                    <a:pt x="14377" y="11186"/>
                    <a:pt x="11155" y="14378"/>
                    <a:pt x="7204" y="14378"/>
                  </a:cubicBezTo>
                  <a:cubicBezTo>
                    <a:pt x="3192" y="14378"/>
                    <a:pt x="0" y="11156"/>
                    <a:pt x="0" y="7204"/>
                  </a:cubicBezTo>
                  <a:cubicBezTo>
                    <a:pt x="0" y="3192"/>
                    <a:pt x="3252" y="1"/>
                    <a:pt x="7204" y="1"/>
                  </a:cubicBezTo>
                  <a:cubicBezTo>
                    <a:pt x="11155" y="1"/>
                    <a:pt x="14377" y="3253"/>
                    <a:pt x="14377" y="7204"/>
                  </a:cubicBezTo>
                  <a:close/>
                </a:path>
              </a:pathLst>
            </a:custGeom>
            <a:noFill/>
            <a:ln cap="flat" cmpd="sng" w="11000">
              <a:solidFill>
                <a:srgbClr val="092242"/>
              </a:solidFill>
              <a:prstDash val="solid"/>
              <a:miter lim="30395"/>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79" name="Google Shape;379;p55"/>
            <p:cNvSpPr/>
            <p:nvPr/>
          </p:nvSpPr>
          <p:spPr>
            <a:xfrm>
              <a:off x="8019411" y="3741885"/>
              <a:ext cx="190300" cy="190381"/>
            </a:xfrm>
            <a:custGeom>
              <a:rect b="b" l="l" r="r" t="t"/>
              <a:pathLst>
                <a:path extrusionOk="0" h="2342" w="2341">
                  <a:moveTo>
                    <a:pt x="1186" y="1"/>
                  </a:moveTo>
                  <a:cubicBezTo>
                    <a:pt x="517" y="1"/>
                    <a:pt x="0" y="518"/>
                    <a:pt x="0" y="1186"/>
                  </a:cubicBezTo>
                  <a:cubicBezTo>
                    <a:pt x="0" y="1825"/>
                    <a:pt x="517" y="2341"/>
                    <a:pt x="1186" y="2341"/>
                  </a:cubicBezTo>
                  <a:cubicBezTo>
                    <a:pt x="1824" y="2341"/>
                    <a:pt x="2341" y="1825"/>
                    <a:pt x="2341" y="1186"/>
                  </a:cubicBezTo>
                  <a:cubicBezTo>
                    <a:pt x="2341" y="518"/>
                    <a:pt x="1824" y="1"/>
                    <a:pt x="1186" y="1"/>
                  </a:cubicBezTo>
                  <a:close/>
                </a:path>
              </a:pathLst>
            </a:custGeom>
            <a:solidFill>
              <a:srgbClr val="F7AC2D"/>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0" name="Google Shape;380;p55"/>
            <p:cNvSpPr/>
            <p:nvPr/>
          </p:nvSpPr>
          <p:spPr>
            <a:xfrm>
              <a:off x="6875417" y="2701699"/>
              <a:ext cx="358326" cy="1136678"/>
            </a:xfrm>
            <a:custGeom>
              <a:rect b="b" l="l" r="r" t="t"/>
              <a:pathLst>
                <a:path extrusionOk="0" fill="none" h="13983" w="4408">
                  <a:moveTo>
                    <a:pt x="4408" y="0"/>
                  </a:moveTo>
                  <a:lnTo>
                    <a:pt x="0" y="13982"/>
                  </a:lnTo>
                </a:path>
              </a:pathLst>
            </a:custGeom>
            <a:noFill/>
            <a:ln cap="rnd" cmpd="sng" w="11475">
              <a:solidFill>
                <a:srgbClr val="C76C1F"/>
              </a:solidFill>
              <a:prstDash val="solid"/>
              <a:round/>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1" name="Google Shape;381;p55"/>
            <p:cNvSpPr/>
            <p:nvPr/>
          </p:nvSpPr>
          <p:spPr>
            <a:xfrm>
              <a:off x="5528767" y="2536111"/>
              <a:ext cx="511558" cy="1304704"/>
            </a:xfrm>
            <a:custGeom>
              <a:rect b="b" l="l" r="r" t="t"/>
              <a:pathLst>
                <a:path extrusionOk="0" fill="none" h="16050" w="6293">
                  <a:moveTo>
                    <a:pt x="6293" y="1"/>
                  </a:moveTo>
                  <a:lnTo>
                    <a:pt x="3162" y="11734"/>
                  </a:lnTo>
                  <a:cubicBezTo>
                    <a:pt x="2797" y="13162"/>
                    <a:pt x="1976" y="14439"/>
                    <a:pt x="852" y="15351"/>
                  </a:cubicBezTo>
                  <a:lnTo>
                    <a:pt x="1" y="16050"/>
                  </a:lnTo>
                </a:path>
              </a:pathLst>
            </a:custGeom>
            <a:noFill/>
            <a:ln cap="rnd" cmpd="sng" w="11475">
              <a:solidFill>
                <a:srgbClr val="C76C1F"/>
              </a:solidFill>
              <a:prstDash val="solid"/>
              <a:round/>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2" name="Google Shape;382;p55"/>
            <p:cNvSpPr/>
            <p:nvPr/>
          </p:nvSpPr>
          <p:spPr>
            <a:xfrm>
              <a:off x="5756135" y="2499043"/>
              <a:ext cx="644955" cy="81"/>
            </a:xfrm>
            <a:custGeom>
              <a:rect b="b" l="l" r="r" t="t"/>
              <a:pathLst>
                <a:path extrusionOk="0" fill="none" h="1" w="7934">
                  <a:moveTo>
                    <a:pt x="0" y="1"/>
                  </a:moveTo>
                  <a:lnTo>
                    <a:pt x="7933" y="1"/>
                  </a:lnTo>
                </a:path>
              </a:pathLst>
            </a:custGeom>
            <a:noFill/>
            <a:ln cap="rnd" cmpd="sng" w="11475">
              <a:solidFill>
                <a:srgbClr val="C76C1F"/>
              </a:solidFill>
              <a:prstDash val="solid"/>
              <a:round/>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3" name="Google Shape;383;p55"/>
            <p:cNvSpPr/>
            <p:nvPr/>
          </p:nvSpPr>
          <p:spPr>
            <a:xfrm>
              <a:off x="7033526" y="2622603"/>
              <a:ext cx="397915" cy="106327"/>
            </a:xfrm>
            <a:custGeom>
              <a:rect b="b" l="l" r="r" t="t"/>
              <a:pathLst>
                <a:path extrusionOk="0" h="1308" w="4895">
                  <a:moveTo>
                    <a:pt x="639" y="1"/>
                  </a:moveTo>
                  <a:cubicBezTo>
                    <a:pt x="305" y="1"/>
                    <a:pt x="1" y="305"/>
                    <a:pt x="1" y="669"/>
                  </a:cubicBezTo>
                  <a:cubicBezTo>
                    <a:pt x="1" y="1004"/>
                    <a:pt x="305" y="1308"/>
                    <a:pt x="639" y="1308"/>
                  </a:cubicBezTo>
                  <a:lnTo>
                    <a:pt x="4256" y="1308"/>
                  </a:lnTo>
                  <a:cubicBezTo>
                    <a:pt x="4590" y="1308"/>
                    <a:pt x="4894" y="1034"/>
                    <a:pt x="4894" y="669"/>
                  </a:cubicBezTo>
                  <a:cubicBezTo>
                    <a:pt x="4894" y="305"/>
                    <a:pt x="4590" y="1"/>
                    <a:pt x="4256" y="1"/>
                  </a:cubicBezTo>
                  <a:close/>
                </a:path>
              </a:pathLst>
            </a:custGeom>
            <a:solidFill>
              <a:srgbClr val="C76C1F"/>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4" name="Google Shape;384;p55"/>
            <p:cNvSpPr/>
            <p:nvPr/>
          </p:nvSpPr>
          <p:spPr>
            <a:xfrm>
              <a:off x="5971066" y="2795589"/>
              <a:ext cx="1233007" cy="81"/>
            </a:xfrm>
            <a:custGeom>
              <a:rect b="b" l="l" r="r" t="t"/>
              <a:pathLst>
                <a:path extrusionOk="0" fill="none" h="1" w="15168">
                  <a:moveTo>
                    <a:pt x="0" y="0"/>
                  </a:moveTo>
                  <a:lnTo>
                    <a:pt x="15168" y="0"/>
                  </a:lnTo>
                </a:path>
              </a:pathLst>
            </a:custGeom>
            <a:noFill/>
            <a:ln cap="rnd" cmpd="sng" w="11475">
              <a:solidFill>
                <a:srgbClr val="C76C1F"/>
              </a:solidFill>
              <a:prstDash val="solid"/>
              <a:round/>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5" name="Google Shape;385;p55"/>
            <p:cNvSpPr/>
            <p:nvPr/>
          </p:nvSpPr>
          <p:spPr>
            <a:xfrm>
              <a:off x="6961909" y="2862328"/>
              <a:ext cx="1153912" cy="976049"/>
            </a:xfrm>
            <a:custGeom>
              <a:rect b="b" l="l" r="r" t="t"/>
              <a:pathLst>
                <a:path extrusionOk="0" fill="none" h="12007" w="14195">
                  <a:moveTo>
                    <a:pt x="2736" y="0"/>
                  </a:moveTo>
                  <a:cubicBezTo>
                    <a:pt x="2736" y="0"/>
                    <a:pt x="14195" y="1125"/>
                    <a:pt x="14195" y="12006"/>
                  </a:cubicBezTo>
                  <a:lnTo>
                    <a:pt x="0" y="12006"/>
                  </a:lnTo>
                </a:path>
              </a:pathLst>
            </a:custGeom>
            <a:noFill/>
            <a:ln cap="rnd" cmpd="sng" w="11475">
              <a:solidFill>
                <a:srgbClr val="C76C1F"/>
              </a:solidFill>
              <a:prstDash val="solid"/>
              <a:round/>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6" name="Google Shape;386;p55"/>
            <p:cNvSpPr/>
            <p:nvPr/>
          </p:nvSpPr>
          <p:spPr>
            <a:xfrm>
              <a:off x="6573912" y="3601823"/>
              <a:ext cx="514078" cy="475465"/>
            </a:xfrm>
            <a:custGeom>
              <a:rect b="b" l="l" r="r" t="t"/>
              <a:pathLst>
                <a:path extrusionOk="0" h="5849" w="6324">
                  <a:moveTo>
                    <a:pt x="3128" y="0"/>
                  </a:moveTo>
                  <a:cubicBezTo>
                    <a:pt x="1735" y="0"/>
                    <a:pt x="517" y="997"/>
                    <a:pt x="275" y="2423"/>
                  </a:cubicBezTo>
                  <a:cubicBezTo>
                    <a:pt x="1" y="4004"/>
                    <a:pt x="1034" y="5523"/>
                    <a:pt x="2645" y="5797"/>
                  </a:cubicBezTo>
                  <a:cubicBezTo>
                    <a:pt x="2828" y="5832"/>
                    <a:pt x="3009" y="5849"/>
                    <a:pt x="3188" y="5849"/>
                  </a:cubicBezTo>
                  <a:cubicBezTo>
                    <a:pt x="4560" y="5849"/>
                    <a:pt x="5777" y="4855"/>
                    <a:pt x="6019" y="3456"/>
                  </a:cubicBezTo>
                  <a:cubicBezTo>
                    <a:pt x="6323" y="1846"/>
                    <a:pt x="5259" y="326"/>
                    <a:pt x="3679" y="52"/>
                  </a:cubicBezTo>
                  <a:cubicBezTo>
                    <a:pt x="3493" y="17"/>
                    <a:pt x="3309" y="0"/>
                    <a:pt x="3128" y="0"/>
                  </a:cubicBezTo>
                  <a:close/>
                </a:path>
              </a:pathLst>
            </a:custGeom>
            <a:solidFill>
              <a:srgbClr val="F7AC2D"/>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7" name="Google Shape;387;p55"/>
            <p:cNvSpPr/>
            <p:nvPr/>
          </p:nvSpPr>
          <p:spPr>
            <a:xfrm>
              <a:off x="6850705" y="4174348"/>
              <a:ext cx="219971" cy="44547"/>
            </a:xfrm>
            <a:custGeom>
              <a:rect b="b" l="l" r="r" t="t"/>
              <a:pathLst>
                <a:path extrusionOk="0" h="548" w="2706">
                  <a:moveTo>
                    <a:pt x="0" y="0"/>
                  </a:moveTo>
                  <a:lnTo>
                    <a:pt x="0" y="547"/>
                  </a:lnTo>
                  <a:lnTo>
                    <a:pt x="2706" y="547"/>
                  </a:lnTo>
                  <a:lnTo>
                    <a:pt x="2706" y="0"/>
                  </a:lnTo>
                  <a:close/>
                </a:path>
              </a:pathLst>
            </a:custGeom>
            <a:solidFill>
              <a:srgbClr val="006EED"/>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8" name="Google Shape;388;p55"/>
            <p:cNvSpPr/>
            <p:nvPr/>
          </p:nvSpPr>
          <p:spPr>
            <a:xfrm>
              <a:off x="6830951" y="3838295"/>
              <a:ext cx="150793" cy="360846"/>
            </a:xfrm>
            <a:custGeom>
              <a:rect b="b" l="l" r="r" t="t"/>
              <a:pathLst>
                <a:path extrusionOk="0" fill="none" h="4439" w="1855">
                  <a:moveTo>
                    <a:pt x="0" y="0"/>
                  </a:moveTo>
                  <a:lnTo>
                    <a:pt x="1854" y="4438"/>
                  </a:lnTo>
                </a:path>
              </a:pathLst>
            </a:custGeom>
            <a:noFill/>
            <a:ln cap="flat" cmpd="sng" w="5500">
              <a:solidFill>
                <a:srgbClr val="092242"/>
              </a:solidFill>
              <a:prstDash val="solid"/>
              <a:miter lim="30395"/>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89" name="Google Shape;389;p55"/>
            <p:cNvSpPr/>
            <p:nvPr/>
          </p:nvSpPr>
          <p:spPr>
            <a:xfrm>
              <a:off x="5071673" y="2634960"/>
              <a:ext cx="714133" cy="400353"/>
            </a:xfrm>
            <a:custGeom>
              <a:rect b="b" l="l" r="r" t="t"/>
              <a:pathLst>
                <a:path extrusionOk="0" h="4925" w="8785">
                  <a:moveTo>
                    <a:pt x="0" y="1"/>
                  </a:moveTo>
                  <a:lnTo>
                    <a:pt x="0" y="2128"/>
                  </a:lnTo>
                  <a:cubicBezTo>
                    <a:pt x="0" y="3648"/>
                    <a:pt x="1277" y="4925"/>
                    <a:pt x="2797" y="4925"/>
                  </a:cubicBezTo>
                  <a:lnTo>
                    <a:pt x="8785" y="4925"/>
                  </a:lnTo>
                  <a:lnTo>
                    <a:pt x="8785" y="1"/>
                  </a:lnTo>
                  <a:close/>
                </a:path>
              </a:pathLst>
            </a:custGeom>
            <a:solidFill>
              <a:srgbClr val="006EED"/>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90" name="Google Shape;390;p55"/>
            <p:cNvSpPr/>
            <p:nvPr/>
          </p:nvSpPr>
          <p:spPr>
            <a:xfrm>
              <a:off x="5415123" y="2728849"/>
              <a:ext cx="570818" cy="81"/>
            </a:xfrm>
            <a:custGeom>
              <a:rect b="b" l="l" r="r" t="t"/>
              <a:pathLst>
                <a:path extrusionOk="0" fill="none" h="1" w="7022">
                  <a:moveTo>
                    <a:pt x="7022" y="1"/>
                  </a:moveTo>
                  <a:lnTo>
                    <a:pt x="0" y="1"/>
                  </a:lnTo>
                </a:path>
              </a:pathLst>
            </a:custGeom>
            <a:noFill/>
            <a:ln cap="rnd" cmpd="sng" w="11475">
              <a:solidFill>
                <a:srgbClr val="C76C1F"/>
              </a:solidFill>
              <a:prstDash val="solid"/>
              <a:round/>
              <a:headEnd len="sm" w="sm" type="none"/>
              <a:tailEnd len="sm" w="sm" type="none"/>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91" name="Google Shape;391;p55"/>
            <p:cNvSpPr/>
            <p:nvPr/>
          </p:nvSpPr>
          <p:spPr>
            <a:xfrm>
              <a:off x="6796322" y="4038431"/>
              <a:ext cx="249642" cy="135998"/>
            </a:xfrm>
            <a:custGeom>
              <a:rect b="b" l="l" r="r" t="t"/>
              <a:pathLst>
                <a:path extrusionOk="0" h="1673" w="3071">
                  <a:moveTo>
                    <a:pt x="1885" y="0"/>
                  </a:moveTo>
                  <a:cubicBezTo>
                    <a:pt x="1885" y="0"/>
                    <a:pt x="1885" y="335"/>
                    <a:pt x="1703" y="882"/>
                  </a:cubicBezTo>
                  <a:cubicBezTo>
                    <a:pt x="1520" y="1368"/>
                    <a:pt x="1" y="1581"/>
                    <a:pt x="1" y="1581"/>
                  </a:cubicBezTo>
                  <a:lnTo>
                    <a:pt x="2797" y="1672"/>
                  </a:lnTo>
                  <a:lnTo>
                    <a:pt x="3071" y="61"/>
                  </a:lnTo>
                  <a:lnTo>
                    <a:pt x="1885" y="0"/>
                  </a:lnTo>
                  <a:close/>
                </a:path>
              </a:pathLst>
            </a:custGeom>
            <a:solidFill>
              <a:srgbClr val="092242"/>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92" name="Google Shape;392;p55"/>
            <p:cNvSpPr/>
            <p:nvPr/>
          </p:nvSpPr>
          <p:spPr>
            <a:xfrm>
              <a:off x="6907526" y="2385399"/>
              <a:ext cx="627640" cy="1690182"/>
            </a:xfrm>
            <a:custGeom>
              <a:rect b="b" l="l" r="r" t="t"/>
              <a:pathLst>
                <a:path extrusionOk="0" h="20792" w="7721">
                  <a:moveTo>
                    <a:pt x="1824" y="1"/>
                  </a:moveTo>
                  <a:lnTo>
                    <a:pt x="0" y="20791"/>
                  </a:lnTo>
                  <a:lnTo>
                    <a:pt x="2007" y="20791"/>
                  </a:lnTo>
                  <a:cubicBezTo>
                    <a:pt x="2007" y="20791"/>
                    <a:pt x="6262" y="6961"/>
                    <a:pt x="6991" y="4226"/>
                  </a:cubicBezTo>
                  <a:cubicBezTo>
                    <a:pt x="7721" y="1490"/>
                    <a:pt x="7326" y="426"/>
                    <a:pt x="7326" y="426"/>
                  </a:cubicBezTo>
                  <a:lnTo>
                    <a:pt x="1824" y="1"/>
                  </a:lnTo>
                  <a:close/>
                </a:path>
              </a:pathLst>
            </a:custGeom>
            <a:solidFill>
              <a:srgbClr val="609A92"/>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93" name="Google Shape;393;p55"/>
            <p:cNvSpPr/>
            <p:nvPr/>
          </p:nvSpPr>
          <p:spPr>
            <a:xfrm>
              <a:off x="6615939" y="1431116"/>
              <a:ext cx="375641" cy="373202"/>
            </a:xfrm>
            <a:custGeom>
              <a:rect b="b" l="l" r="r" t="t"/>
              <a:pathLst>
                <a:path extrusionOk="0" h="4591" w="4621">
                  <a:moveTo>
                    <a:pt x="2037" y="1"/>
                  </a:moveTo>
                  <a:lnTo>
                    <a:pt x="700" y="913"/>
                  </a:lnTo>
                  <a:lnTo>
                    <a:pt x="913" y="1217"/>
                  </a:lnTo>
                  <a:cubicBezTo>
                    <a:pt x="913" y="1217"/>
                    <a:pt x="1" y="1916"/>
                    <a:pt x="244" y="2524"/>
                  </a:cubicBezTo>
                  <a:cubicBezTo>
                    <a:pt x="457" y="3131"/>
                    <a:pt x="973" y="2888"/>
                    <a:pt x="1338" y="3192"/>
                  </a:cubicBezTo>
                  <a:cubicBezTo>
                    <a:pt x="1733" y="3496"/>
                    <a:pt x="2098" y="4590"/>
                    <a:pt x="2098" y="4590"/>
                  </a:cubicBezTo>
                  <a:lnTo>
                    <a:pt x="4195" y="4408"/>
                  </a:lnTo>
                  <a:lnTo>
                    <a:pt x="4013" y="2979"/>
                  </a:lnTo>
                  <a:cubicBezTo>
                    <a:pt x="4013" y="2979"/>
                    <a:pt x="4621" y="1976"/>
                    <a:pt x="4438" y="1399"/>
                  </a:cubicBezTo>
                  <a:cubicBezTo>
                    <a:pt x="4347" y="821"/>
                    <a:pt x="2037" y="1"/>
                    <a:pt x="2037" y="1"/>
                  </a:cubicBezTo>
                  <a:close/>
                </a:path>
              </a:pathLst>
            </a:custGeom>
            <a:solidFill>
              <a:srgbClr val="E68CA3"/>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94" name="Google Shape;394;p55"/>
            <p:cNvSpPr/>
            <p:nvPr/>
          </p:nvSpPr>
          <p:spPr>
            <a:xfrm>
              <a:off x="6665363" y="1326821"/>
              <a:ext cx="560982" cy="430512"/>
            </a:xfrm>
            <a:custGeom>
              <a:rect b="b" l="l" r="r" t="t"/>
              <a:pathLst>
                <a:path extrusionOk="0" h="5296" w="6901">
                  <a:moveTo>
                    <a:pt x="3322" y="1"/>
                  </a:moveTo>
                  <a:cubicBezTo>
                    <a:pt x="2916" y="1"/>
                    <a:pt x="2671" y="348"/>
                    <a:pt x="2402" y="463"/>
                  </a:cubicBezTo>
                  <a:cubicBezTo>
                    <a:pt x="1976" y="676"/>
                    <a:pt x="1672" y="615"/>
                    <a:pt x="852" y="1041"/>
                  </a:cubicBezTo>
                  <a:cubicBezTo>
                    <a:pt x="1" y="1466"/>
                    <a:pt x="578" y="1892"/>
                    <a:pt x="578" y="1892"/>
                  </a:cubicBezTo>
                  <a:lnTo>
                    <a:pt x="1460" y="1344"/>
                  </a:lnTo>
                  <a:cubicBezTo>
                    <a:pt x="1642" y="2317"/>
                    <a:pt x="2675" y="2712"/>
                    <a:pt x="3131" y="2925"/>
                  </a:cubicBezTo>
                  <a:cubicBezTo>
                    <a:pt x="3587" y="3168"/>
                    <a:pt x="3131" y="3989"/>
                    <a:pt x="3253" y="4414"/>
                  </a:cubicBezTo>
                  <a:cubicBezTo>
                    <a:pt x="3344" y="4840"/>
                    <a:pt x="4013" y="5266"/>
                    <a:pt x="4499" y="5296"/>
                  </a:cubicBezTo>
                  <a:cubicBezTo>
                    <a:pt x="4986" y="5296"/>
                    <a:pt x="4317" y="4749"/>
                    <a:pt x="4317" y="4749"/>
                  </a:cubicBezTo>
                  <a:lnTo>
                    <a:pt x="4317" y="4749"/>
                  </a:lnTo>
                  <a:cubicBezTo>
                    <a:pt x="4317" y="4749"/>
                    <a:pt x="4737" y="4841"/>
                    <a:pt x="5185" y="4841"/>
                  </a:cubicBezTo>
                  <a:cubicBezTo>
                    <a:pt x="5508" y="4841"/>
                    <a:pt x="5845" y="4793"/>
                    <a:pt x="6049" y="4627"/>
                  </a:cubicBezTo>
                  <a:cubicBezTo>
                    <a:pt x="6536" y="4202"/>
                    <a:pt x="5745" y="3776"/>
                    <a:pt x="5745" y="3776"/>
                  </a:cubicBezTo>
                  <a:cubicBezTo>
                    <a:pt x="5745" y="3776"/>
                    <a:pt x="6505" y="3746"/>
                    <a:pt x="6688" y="2803"/>
                  </a:cubicBezTo>
                  <a:cubicBezTo>
                    <a:pt x="6900" y="1800"/>
                    <a:pt x="5138" y="1770"/>
                    <a:pt x="5138" y="1770"/>
                  </a:cubicBezTo>
                  <a:cubicBezTo>
                    <a:pt x="5138" y="1770"/>
                    <a:pt x="5259" y="1436"/>
                    <a:pt x="4226" y="463"/>
                  </a:cubicBezTo>
                  <a:cubicBezTo>
                    <a:pt x="3846" y="117"/>
                    <a:pt x="3557" y="1"/>
                    <a:pt x="3322" y="1"/>
                  </a:cubicBezTo>
                  <a:close/>
                </a:path>
              </a:pathLst>
            </a:custGeom>
            <a:solidFill>
              <a:srgbClr val="0B2B52"/>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95" name="Google Shape;395;p55"/>
            <p:cNvSpPr/>
            <p:nvPr/>
          </p:nvSpPr>
          <p:spPr>
            <a:xfrm>
              <a:off x="7325113" y="1161660"/>
              <a:ext cx="694379" cy="628372"/>
            </a:xfrm>
            <a:custGeom>
              <a:rect b="b" l="l" r="r" t="t"/>
              <a:pathLst>
                <a:path extrusionOk="0" h="7730" w="8542">
                  <a:moveTo>
                    <a:pt x="8062" y="0"/>
                  </a:moveTo>
                  <a:cubicBezTo>
                    <a:pt x="7856" y="0"/>
                    <a:pt x="7295" y="1711"/>
                    <a:pt x="7295" y="1711"/>
                  </a:cubicBezTo>
                  <a:lnTo>
                    <a:pt x="0" y="6210"/>
                  </a:lnTo>
                  <a:lnTo>
                    <a:pt x="791" y="7729"/>
                  </a:lnTo>
                  <a:lnTo>
                    <a:pt x="7660" y="2289"/>
                  </a:lnTo>
                  <a:cubicBezTo>
                    <a:pt x="7680" y="2294"/>
                    <a:pt x="7700" y="2296"/>
                    <a:pt x="7719" y="2296"/>
                  </a:cubicBezTo>
                  <a:cubicBezTo>
                    <a:pt x="8152" y="2296"/>
                    <a:pt x="8541" y="1073"/>
                    <a:pt x="8541" y="1073"/>
                  </a:cubicBezTo>
                  <a:lnTo>
                    <a:pt x="8541" y="1073"/>
                  </a:lnTo>
                  <a:lnTo>
                    <a:pt x="8086" y="1103"/>
                  </a:lnTo>
                  <a:cubicBezTo>
                    <a:pt x="8086" y="1103"/>
                    <a:pt x="8268" y="161"/>
                    <a:pt x="8086" y="9"/>
                  </a:cubicBezTo>
                  <a:cubicBezTo>
                    <a:pt x="8078" y="3"/>
                    <a:pt x="8071" y="0"/>
                    <a:pt x="8062" y="0"/>
                  </a:cubicBezTo>
                  <a:close/>
                </a:path>
              </a:pathLst>
            </a:custGeom>
            <a:solidFill>
              <a:srgbClr val="E68CA3"/>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96" name="Google Shape;396;p55"/>
            <p:cNvSpPr/>
            <p:nvPr/>
          </p:nvSpPr>
          <p:spPr>
            <a:xfrm>
              <a:off x="5817834" y="1238235"/>
              <a:ext cx="694460" cy="628372"/>
            </a:xfrm>
            <a:custGeom>
              <a:rect b="b" l="l" r="r" t="t"/>
              <a:pathLst>
                <a:path extrusionOk="0" h="7730" w="8543">
                  <a:moveTo>
                    <a:pt x="480" y="0"/>
                  </a:moveTo>
                  <a:cubicBezTo>
                    <a:pt x="472" y="0"/>
                    <a:pt x="464" y="3"/>
                    <a:pt x="457" y="9"/>
                  </a:cubicBezTo>
                  <a:cubicBezTo>
                    <a:pt x="244" y="161"/>
                    <a:pt x="457" y="1103"/>
                    <a:pt x="457" y="1103"/>
                  </a:cubicBezTo>
                  <a:lnTo>
                    <a:pt x="1" y="1073"/>
                  </a:lnTo>
                  <a:lnTo>
                    <a:pt x="1" y="1073"/>
                  </a:lnTo>
                  <a:cubicBezTo>
                    <a:pt x="1" y="1073"/>
                    <a:pt x="362" y="2297"/>
                    <a:pt x="793" y="2297"/>
                  </a:cubicBezTo>
                  <a:cubicBezTo>
                    <a:pt x="812" y="2297"/>
                    <a:pt x="832" y="2294"/>
                    <a:pt x="852" y="2289"/>
                  </a:cubicBezTo>
                  <a:lnTo>
                    <a:pt x="7752" y="7730"/>
                  </a:lnTo>
                  <a:lnTo>
                    <a:pt x="8542" y="6210"/>
                  </a:lnTo>
                  <a:lnTo>
                    <a:pt x="1247" y="1742"/>
                  </a:lnTo>
                  <a:cubicBezTo>
                    <a:pt x="1247" y="1742"/>
                    <a:pt x="685" y="0"/>
                    <a:pt x="480" y="0"/>
                  </a:cubicBezTo>
                  <a:close/>
                </a:path>
              </a:pathLst>
            </a:custGeom>
            <a:solidFill>
              <a:srgbClr val="E68CA3"/>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sp>
          <p:nvSpPr>
            <p:cNvPr id="397" name="Google Shape;397;p55"/>
            <p:cNvSpPr/>
            <p:nvPr/>
          </p:nvSpPr>
          <p:spPr>
            <a:xfrm>
              <a:off x="6420762" y="1639238"/>
              <a:ext cx="1163829" cy="816802"/>
            </a:xfrm>
            <a:custGeom>
              <a:rect b="b" l="l" r="r" t="t"/>
              <a:pathLst>
                <a:path extrusionOk="0" h="10048" w="14317">
                  <a:moveTo>
                    <a:pt x="11216" y="0"/>
                  </a:moveTo>
                  <a:cubicBezTo>
                    <a:pt x="11216" y="0"/>
                    <a:pt x="9302" y="1125"/>
                    <a:pt x="8329" y="1429"/>
                  </a:cubicBezTo>
                  <a:cubicBezTo>
                    <a:pt x="7535" y="1711"/>
                    <a:pt x="6202" y="1906"/>
                    <a:pt x="4801" y="1906"/>
                  </a:cubicBezTo>
                  <a:cubicBezTo>
                    <a:pt x="4540" y="1906"/>
                    <a:pt x="4276" y="1899"/>
                    <a:pt x="4013" y="1885"/>
                  </a:cubicBezTo>
                  <a:cubicBezTo>
                    <a:pt x="2680" y="1826"/>
                    <a:pt x="972" y="1276"/>
                    <a:pt x="829" y="1276"/>
                  </a:cubicBezTo>
                  <a:cubicBezTo>
                    <a:pt x="825" y="1276"/>
                    <a:pt x="823" y="1276"/>
                    <a:pt x="821" y="1277"/>
                  </a:cubicBezTo>
                  <a:lnTo>
                    <a:pt x="0" y="3070"/>
                  </a:lnTo>
                  <a:cubicBezTo>
                    <a:pt x="1611" y="3709"/>
                    <a:pt x="3010" y="5684"/>
                    <a:pt x="3922" y="6930"/>
                  </a:cubicBezTo>
                  <a:cubicBezTo>
                    <a:pt x="4894" y="8207"/>
                    <a:pt x="5320" y="9940"/>
                    <a:pt x="6839" y="9940"/>
                  </a:cubicBezTo>
                  <a:cubicBezTo>
                    <a:pt x="7853" y="9940"/>
                    <a:pt x="10217" y="10048"/>
                    <a:pt x="11887" y="10048"/>
                  </a:cubicBezTo>
                  <a:cubicBezTo>
                    <a:pt x="12723" y="10048"/>
                    <a:pt x="13385" y="10021"/>
                    <a:pt x="13618" y="9940"/>
                  </a:cubicBezTo>
                  <a:cubicBezTo>
                    <a:pt x="14317" y="9727"/>
                    <a:pt x="13739" y="9180"/>
                    <a:pt x="12706" y="8572"/>
                  </a:cubicBezTo>
                  <a:cubicBezTo>
                    <a:pt x="11733" y="7964"/>
                    <a:pt x="9970" y="3861"/>
                    <a:pt x="9970" y="3861"/>
                  </a:cubicBezTo>
                  <a:lnTo>
                    <a:pt x="12280" y="1885"/>
                  </a:lnTo>
                  <a:lnTo>
                    <a:pt x="11216" y="0"/>
                  </a:lnTo>
                  <a:close/>
                </a:path>
              </a:pathLst>
            </a:custGeom>
            <a:solidFill>
              <a:srgbClr val="ED0F51"/>
            </a:solidFill>
            <a:ln>
              <a:noFill/>
            </a:ln>
          </p:spPr>
          <p:txBody>
            <a:bodyPr anchorCtr="0" anchor="ctr" bIns="55200" lIns="55200" spcFirstLastPara="1" rIns="55200" wrap="square" tIns="55200">
              <a:noAutofit/>
            </a:bodyPr>
            <a:lstStyle/>
            <a:p>
              <a:pPr indent="0" lvl="0" marL="0" rtl="0" algn="l">
                <a:spcBef>
                  <a:spcPts val="0"/>
                </a:spcBef>
                <a:spcAft>
                  <a:spcPts val="0"/>
                </a:spcAft>
                <a:buNone/>
              </a:pPr>
              <a:r>
                <a:t/>
              </a:r>
              <a:endParaRPr/>
            </a:p>
          </p:txBody>
        </p:sp>
      </p:grpSp>
      <p:grpSp>
        <p:nvGrpSpPr>
          <p:cNvPr id="398" name="Google Shape;398;p55"/>
          <p:cNvGrpSpPr/>
          <p:nvPr/>
        </p:nvGrpSpPr>
        <p:grpSpPr>
          <a:xfrm>
            <a:off x="416347" y="2648122"/>
            <a:ext cx="3080793" cy="2017046"/>
            <a:chOff x="6486318" y="2053283"/>
            <a:chExt cx="3888909" cy="2546132"/>
          </a:xfrm>
        </p:grpSpPr>
        <p:sp>
          <p:nvSpPr>
            <p:cNvPr id="399" name="Google Shape;399;p55"/>
            <p:cNvSpPr/>
            <p:nvPr/>
          </p:nvSpPr>
          <p:spPr>
            <a:xfrm>
              <a:off x="9334458" y="4519943"/>
              <a:ext cx="1034444" cy="79472"/>
            </a:xfrm>
            <a:custGeom>
              <a:rect b="b" l="l" r="r" t="t"/>
              <a:pathLst>
                <a:path extrusionOk="0" h="1156" w="15047">
                  <a:moveTo>
                    <a:pt x="7509" y="0"/>
                  </a:moveTo>
                  <a:cubicBezTo>
                    <a:pt x="3375" y="0"/>
                    <a:pt x="1" y="274"/>
                    <a:pt x="1" y="578"/>
                  </a:cubicBezTo>
                  <a:cubicBezTo>
                    <a:pt x="1" y="882"/>
                    <a:pt x="3375" y="1155"/>
                    <a:pt x="7509" y="1155"/>
                  </a:cubicBezTo>
                  <a:cubicBezTo>
                    <a:pt x="11643" y="1155"/>
                    <a:pt x="15047" y="882"/>
                    <a:pt x="15047" y="578"/>
                  </a:cubicBezTo>
                  <a:cubicBezTo>
                    <a:pt x="15047" y="274"/>
                    <a:pt x="11643" y="0"/>
                    <a:pt x="7509" y="0"/>
                  </a:cubicBezTo>
                  <a:close/>
                </a:path>
              </a:pathLst>
            </a:custGeom>
            <a:solidFill>
              <a:srgbClr val="CFBF8B"/>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0" name="Google Shape;400;p55"/>
            <p:cNvSpPr/>
            <p:nvPr/>
          </p:nvSpPr>
          <p:spPr>
            <a:xfrm>
              <a:off x="6546953" y="4519943"/>
              <a:ext cx="1034375" cy="79472"/>
            </a:xfrm>
            <a:custGeom>
              <a:rect b="b" l="l" r="r" t="t"/>
              <a:pathLst>
                <a:path extrusionOk="0" h="1156" w="15046">
                  <a:moveTo>
                    <a:pt x="7508" y="0"/>
                  </a:moveTo>
                  <a:cubicBezTo>
                    <a:pt x="3374" y="0"/>
                    <a:pt x="0" y="274"/>
                    <a:pt x="0" y="578"/>
                  </a:cubicBezTo>
                  <a:cubicBezTo>
                    <a:pt x="0" y="882"/>
                    <a:pt x="3374" y="1155"/>
                    <a:pt x="7508" y="1155"/>
                  </a:cubicBezTo>
                  <a:cubicBezTo>
                    <a:pt x="11672" y="1155"/>
                    <a:pt x="15046" y="882"/>
                    <a:pt x="15046" y="578"/>
                  </a:cubicBezTo>
                  <a:cubicBezTo>
                    <a:pt x="15046" y="274"/>
                    <a:pt x="11702" y="0"/>
                    <a:pt x="7508" y="0"/>
                  </a:cubicBezTo>
                  <a:close/>
                </a:path>
              </a:pathLst>
            </a:custGeom>
            <a:solidFill>
              <a:srgbClr val="CFBF8B"/>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1" name="Google Shape;401;p55"/>
            <p:cNvSpPr/>
            <p:nvPr/>
          </p:nvSpPr>
          <p:spPr>
            <a:xfrm>
              <a:off x="6617969" y="3598383"/>
              <a:ext cx="894405" cy="896536"/>
            </a:xfrm>
            <a:custGeom>
              <a:rect b="b" l="l" r="r" t="t"/>
              <a:pathLst>
                <a:path extrusionOk="0" fill="none" h="13041" w="13010">
                  <a:moveTo>
                    <a:pt x="11824" y="4347"/>
                  </a:moveTo>
                  <a:cubicBezTo>
                    <a:pt x="13010" y="7265"/>
                    <a:pt x="11612" y="10639"/>
                    <a:pt x="8694" y="11824"/>
                  </a:cubicBezTo>
                  <a:cubicBezTo>
                    <a:pt x="5745" y="13040"/>
                    <a:pt x="2402" y="11642"/>
                    <a:pt x="1216" y="8694"/>
                  </a:cubicBezTo>
                  <a:cubicBezTo>
                    <a:pt x="1" y="5776"/>
                    <a:pt x="1399" y="2402"/>
                    <a:pt x="4347" y="1216"/>
                  </a:cubicBezTo>
                  <a:cubicBezTo>
                    <a:pt x="7265" y="1"/>
                    <a:pt x="10609" y="1429"/>
                    <a:pt x="11824" y="4347"/>
                  </a:cubicBezTo>
                  <a:close/>
                </a:path>
              </a:pathLst>
            </a:custGeom>
            <a:noFill/>
            <a:ln cap="flat" cmpd="sng" w="7225">
              <a:solidFill>
                <a:srgbClr val="092242"/>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2" name="Google Shape;402;p55"/>
            <p:cNvSpPr/>
            <p:nvPr/>
          </p:nvSpPr>
          <p:spPr>
            <a:xfrm>
              <a:off x="6540628" y="3523173"/>
              <a:ext cx="1051149" cy="1049018"/>
            </a:xfrm>
            <a:custGeom>
              <a:rect b="b" l="l" r="r" t="t"/>
              <a:pathLst>
                <a:path extrusionOk="0" fill="none" h="15259" w="15290">
                  <a:moveTo>
                    <a:pt x="13861" y="5076"/>
                  </a:moveTo>
                  <a:cubicBezTo>
                    <a:pt x="15290" y="8511"/>
                    <a:pt x="13618" y="12432"/>
                    <a:pt x="10183" y="13830"/>
                  </a:cubicBezTo>
                  <a:cubicBezTo>
                    <a:pt x="6749" y="15259"/>
                    <a:pt x="2828" y="13618"/>
                    <a:pt x="1429" y="10152"/>
                  </a:cubicBezTo>
                  <a:cubicBezTo>
                    <a:pt x="1" y="6718"/>
                    <a:pt x="1673" y="2797"/>
                    <a:pt x="5107" y="1399"/>
                  </a:cubicBezTo>
                  <a:cubicBezTo>
                    <a:pt x="8542" y="0"/>
                    <a:pt x="12463" y="1642"/>
                    <a:pt x="13861" y="5076"/>
                  </a:cubicBezTo>
                  <a:close/>
                </a:path>
              </a:pathLst>
            </a:custGeom>
            <a:noFill/>
            <a:ln cap="flat" cmpd="sng" w="30100">
              <a:solidFill>
                <a:srgbClr val="006EED"/>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3" name="Google Shape;403;p55"/>
            <p:cNvSpPr/>
            <p:nvPr/>
          </p:nvSpPr>
          <p:spPr>
            <a:xfrm>
              <a:off x="6486318" y="3466731"/>
              <a:ext cx="1159839" cy="580985"/>
            </a:xfrm>
            <a:custGeom>
              <a:rect b="b" l="l" r="r" t="t"/>
              <a:pathLst>
                <a:path extrusionOk="0" fill="none" h="8451" w="16871">
                  <a:moveTo>
                    <a:pt x="1" y="8451"/>
                  </a:moveTo>
                  <a:cubicBezTo>
                    <a:pt x="1" y="3770"/>
                    <a:pt x="3770" y="1"/>
                    <a:pt x="8420" y="1"/>
                  </a:cubicBezTo>
                  <a:cubicBezTo>
                    <a:pt x="13101" y="1"/>
                    <a:pt x="16870" y="3770"/>
                    <a:pt x="16870" y="8451"/>
                  </a:cubicBezTo>
                </a:path>
              </a:pathLst>
            </a:custGeom>
            <a:noFill/>
            <a:ln cap="flat" cmpd="sng" w="7225">
              <a:solidFill>
                <a:srgbClr val="092242"/>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4" name="Google Shape;404;p55"/>
            <p:cNvSpPr/>
            <p:nvPr/>
          </p:nvSpPr>
          <p:spPr>
            <a:xfrm>
              <a:off x="9271829" y="3466731"/>
              <a:ext cx="578854" cy="580985"/>
            </a:xfrm>
            <a:custGeom>
              <a:rect b="b" l="l" r="r" t="t"/>
              <a:pathLst>
                <a:path extrusionOk="0" fill="none" h="8451" w="8420">
                  <a:moveTo>
                    <a:pt x="0" y="8451"/>
                  </a:moveTo>
                  <a:cubicBezTo>
                    <a:pt x="0" y="3770"/>
                    <a:pt x="3739" y="1"/>
                    <a:pt x="8420" y="1"/>
                  </a:cubicBezTo>
                </a:path>
              </a:pathLst>
            </a:custGeom>
            <a:noFill/>
            <a:ln cap="flat" cmpd="sng" w="7225">
              <a:solidFill>
                <a:srgbClr val="092242"/>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5" name="Google Shape;405;p55"/>
            <p:cNvSpPr/>
            <p:nvPr/>
          </p:nvSpPr>
          <p:spPr>
            <a:xfrm>
              <a:off x="8419222" y="3744677"/>
              <a:ext cx="125464" cy="303039"/>
            </a:xfrm>
            <a:custGeom>
              <a:rect b="b" l="l" r="r" t="t"/>
              <a:pathLst>
                <a:path extrusionOk="0" fill="none" h="4408" w="1825">
                  <a:moveTo>
                    <a:pt x="1824" y="0"/>
                  </a:moveTo>
                  <a:lnTo>
                    <a:pt x="1" y="4408"/>
                  </a:lnTo>
                </a:path>
              </a:pathLst>
            </a:custGeom>
            <a:noFill/>
            <a:ln cap="flat" cmpd="sng" w="7225">
              <a:solidFill>
                <a:srgbClr val="092242"/>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6" name="Google Shape;406;p55"/>
            <p:cNvSpPr/>
            <p:nvPr/>
          </p:nvSpPr>
          <p:spPr>
            <a:xfrm>
              <a:off x="8450571" y="3723778"/>
              <a:ext cx="186031" cy="39736"/>
            </a:xfrm>
            <a:custGeom>
              <a:rect b="b" l="l" r="r" t="t"/>
              <a:pathLst>
                <a:path extrusionOk="0" h="578" w="2706">
                  <a:moveTo>
                    <a:pt x="1" y="0"/>
                  </a:moveTo>
                  <a:lnTo>
                    <a:pt x="1" y="578"/>
                  </a:lnTo>
                  <a:lnTo>
                    <a:pt x="2706" y="578"/>
                  </a:lnTo>
                  <a:lnTo>
                    <a:pt x="2706" y="0"/>
                  </a:lnTo>
                  <a:close/>
                </a:path>
              </a:pathLst>
            </a:custGeom>
            <a:solidFill>
              <a:srgbClr val="092242"/>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7" name="Google Shape;407;p55"/>
            <p:cNvSpPr/>
            <p:nvPr/>
          </p:nvSpPr>
          <p:spPr>
            <a:xfrm>
              <a:off x="9415992" y="3613026"/>
              <a:ext cx="867250" cy="869312"/>
            </a:xfrm>
            <a:custGeom>
              <a:rect b="b" l="l" r="r" t="t"/>
              <a:pathLst>
                <a:path extrusionOk="0" fill="none" h="12645" w="12615">
                  <a:moveTo>
                    <a:pt x="7630" y="730"/>
                  </a:moveTo>
                  <a:cubicBezTo>
                    <a:pt x="10700" y="1459"/>
                    <a:pt x="12615" y="4560"/>
                    <a:pt x="11885" y="7660"/>
                  </a:cubicBezTo>
                  <a:cubicBezTo>
                    <a:pt x="11156" y="10730"/>
                    <a:pt x="8055" y="12645"/>
                    <a:pt x="4985" y="11915"/>
                  </a:cubicBezTo>
                  <a:cubicBezTo>
                    <a:pt x="1885" y="11156"/>
                    <a:pt x="0" y="8086"/>
                    <a:pt x="730" y="4985"/>
                  </a:cubicBezTo>
                  <a:cubicBezTo>
                    <a:pt x="1459" y="1915"/>
                    <a:pt x="4529" y="0"/>
                    <a:pt x="7630" y="730"/>
                  </a:cubicBezTo>
                  <a:close/>
                </a:path>
              </a:pathLst>
            </a:custGeom>
            <a:noFill/>
            <a:ln cap="flat" cmpd="sng" w="7225">
              <a:solidFill>
                <a:srgbClr val="092242"/>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8" name="Google Shape;408;p55"/>
            <p:cNvSpPr/>
            <p:nvPr/>
          </p:nvSpPr>
          <p:spPr>
            <a:xfrm>
              <a:off x="9326139" y="3523173"/>
              <a:ext cx="1049087" cy="1049018"/>
            </a:xfrm>
            <a:custGeom>
              <a:rect b="b" l="l" r="r" t="t"/>
              <a:pathLst>
                <a:path extrusionOk="0" fill="none" h="15259" w="15260">
                  <a:moveTo>
                    <a:pt x="13861" y="5076"/>
                  </a:moveTo>
                  <a:cubicBezTo>
                    <a:pt x="15259" y="8511"/>
                    <a:pt x="13618" y="12432"/>
                    <a:pt x="10183" y="13861"/>
                  </a:cubicBezTo>
                  <a:cubicBezTo>
                    <a:pt x="6748" y="15259"/>
                    <a:pt x="2827" y="13618"/>
                    <a:pt x="1399" y="10183"/>
                  </a:cubicBezTo>
                  <a:cubicBezTo>
                    <a:pt x="0" y="6718"/>
                    <a:pt x="1642" y="2797"/>
                    <a:pt x="5076" y="1399"/>
                  </a:cubicBezTo>
                  <a:cubicBezTo>
                    <a:pt x="8511" y="0"/>
                    <a:pt x="12463" y="1642"/>
                    <a:pt x="13861" y="5076"/>
                  </a:cubicBezTo>
                  <a:close/>
                </a:path>
              </a:pathLst>
            </a:custGeom>
            <a:noFill/>
            <a:ln cap="flat" cmpd="sng" w="30100">
              <a:solidFill>
                <a:srgbClr val="006EED"/>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09" name="Google Shape;409;p55"/>
            <p:cNvSpPr/>
            <p:nvPr/>
          </p:nvSpPr>
          <p:spPr>
            <a:xfrm>
              <a:off x="9769148" y="3966182"/>
              <a:ext cx="163069" cy="163069"/>
            </a:xfrm>
            <a:custGeom>
              <a:rect b="b" l="l" r="r" t="t"/>
              <a:pathLst>
                <a:path extrusionOk="0" h="2372" w="2372">
                  <a:moveTo>
                    <a:pt x="1186" y="0"/>
                  </a:moveTo>
                  <a:cubicBezTo>
                    <a:pt x="547" y="0"/>
                    <a:pt x="0" y="517"/>
                    <a:pt x="0" y="1186"/>
                  </a:cubicBezTo>
                  <a:cubicBezTo>
                    <a:pt x="0" y="1824"/>
                    <a:pt x="547" y="2371"/>
                    <a:pt x="1186" y="2371"/>
                  </a:cubicBezTo>
                  <a:cubicBezTo>
                    <a:pt x="1824" y="2371"/>
                    <a:pt x="2371" y="1824"/>
                    <a:pt x="2371" y="1186"/>
                  </a:cubicBezTo>
                  <a:cubicBezTo>
                    <a:pt x="2371" y="547"/>
                    <a:pt x="1824" y="0"/>
                    <a:pt x="1186" y="0"/>
                  </a:cubicBezTo>
                  <a:close/>
                </a:path>
              </a:pathLst>
            </a:custGeom>
            <a:solidFill>
              <a:srgbClr val="F7AC2D"/>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0" name="Google Shape;410;p55"/>
            <p:cNvSpPr/>
            <p:nvPr/>
          </p:nvSpPr>
          <p:spPr>
            <a:xfrm>
              <a:off x="8463083" y="2129386"/>
              <a:ext cx="1387600" cy="1918330"/>
            </a:xfrm>
            <a:custGeom>
              <a:rect b="b" l="l" r="r" t="t"/>
              <a:pathLst>
                <a:path extrusionOk="0" fill="none" h="27904" w="20184">
                  <a:moveTo>
                    <a:pt x="20184" y="27904"/>
                  </a:moveTo>
                  <a:lnTo>
                    <a:pt x="13527" y="21642"/>
                  </a:lnTo>
                  <a:cubicBezTo>
                    <a:pt x="12372" y="20518"/>
                    <a:pt x="11399" y="19150"/>
                    <a:pt x="10761" y="17691"/>
                  </a:cubicBezTo>
                  <a:lnTo>
                    <a:pt x="5624" y="5715"/>
                  </a:lnTo>
                  <a:cubicBezTo>
                    <a:pt x="5624" y="5715"/>
                    <a:pt x="7053" y="3952"/>
                    <a:pt x="6445" y="2432"/>
                  </a:cubicBezTo>
                  <a:cubicBezTo>
                    <a:pt x="5837" y="912"/>
                    <a:pt x="1642" y="1"/>
                    <a:pt x="1" y="2341"/>
                  </a:cubicBezTo>
                </a:path>
              </a:pathLst>
            </a:custGeom>
            <a:noFill/>
            <a:ln cap="rnd" cmpd="sng" w="15050">
              <a:solidFill>
                <a:srgbClr val="092242"/>
              </a:solidFill>
              <a:prstDash val="solid"/>
              <a:round/>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1" name="Google Shape;411;p55"/>
            <p:cNvSpPr/>
            <p:nvPr/>
          </p:nvSpPr>
          <p:spPr>
            <a:xfrm>
              <a:off x="7915647" y="3322568"/>
              <a:ext cx="459783" cy="685481"/>
            </a:xfrm>
            <a:custGeom>
              <a:rect b="b" l="l" r="r" t="t"/>
              <a:pathLst>
                <a:path extrusionOk="0" fill="none" h="9971" w="6688">
                  <a:moveTo>
                    <a:pt x="6687" y="9970"/>
                  </a:moveTo>
                  <a:lnTo>
                    <a:pt x="0" y="0"/>
                  </a:lnTo>
                </a:path>
              </a:pathLst>
            </a:custGeom>
            <a:noFill/>
            <a:ln cap="rnd" cmpd="sng" w="15050">
              <a:solidFill>
                <a:srgbClr val="092242"/>
              </a:solidFill>
              <a:prstDash val="solid"/>
              <a:round/>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2" name="Google Shape;412;p55"/>
            <p:cNvSpPr/>
            <p:nvPr/>
          </p:nvSpPr>
          <p:spPr>
            <a:xfrm>
              <a:off x="8419222" y="3301669"/>
              <a:ext cx="764885" cy="727280"/>
            </a:xfrm>
            <a:custGeom>
              <a:rect b="b" l="l" r="r" t="t"/>
              <a:pathLst>
                <a:path extrusionOk="0" fill="none" h="10579" w="11126">
                  <a:moveTo>
                    <a:pt x="11125" y="0"/>
                  </a:moveTo>
                  <a:lnTo>
                    <a:pt x="1" y="10578"/>
                  </a:lnTo>
                </a:path>
              </a:pathLst>
            </a:custGeom>
            <a:noFill/>
            <a:ln cap="rnd" cmpd="sng" w="15050">
              <a:solidFill>
                <a:srgbClr val="092242"/>
              </a:solidFill>
              <a:prstDash val="solid"/>
              <a:round/>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3" name="Google Shape;413;p55"/>
            <p:cNvSpPr/>
            <p:nvPr/>
          </p:nvSpPr>
          <p:spPr>
            <a:xfrm>
              <a:off x="8463083" y="3621344"/>
              <a:ext cx="204868" cy="100371"/>
            </a:xfrm>
            <a:custGeom>
              <a:rect b="b" l="l" r="r" t="t"/>
              <a:pathLst>
                <a:path extrusionOk="0" h="1460" w="2980">
                  <a:moveTo>
                    <a:pt x="275" y="1"/>
                  </a:moveTo>
                  <a:lnTo>
                    <a:pt x="1" y="1460"/>
                  </a:lnTo>
                  <a:lnTo>
                    <a:pt x="2980" y="1460"/>
                  </a:lnTo>
                  <a:lnTo>
                    <a:pt x="1278" y="852"/>
                  </a:lnTo>
                  <a:lnTo>
                    <a:pt x="1338" y="1"/>
                  </a:lnTo>
                  <a:close/>
                </a:path>
              </a:pathLst>
            </a:custGeom>
            <a:solidFill>
              <a:srgbClr val="092242"/>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4" name="Google Shape;414;p55"/>
            <p:cNvSpPr/>
            <p:nvPr/>
          </p:nvSpPr>
          <p:spPr>
            <a:xfrm>
              <a:off x="7585453" y="2936551"/>
              <a:ext cx="1051149" cy="703699"/>
            </a:xfrm>
            <a:custGeom>
              <a:rect b="b" l="l" r="r" t="t"/>
              <a:pathLst>
                <a:path extrusionOk="0" h="10236" w="15290">
                  <a:moveTo>
                    <a:pt x="12198" y="0"/>
                  </a:moveTo>
                  <a:cubicBezTo>
                    <a:pt x="9693" y="0"/>
                    <a:pt x="5107" y="2089"/>
                    <a:pt x="5107" y="2089"/>
                  </a:cubicBezTo>
                  <a:lnTo>
                    <a:pt x="3496" y="965"/>
                  </a:lnTo>
                  <a:lnTo>
                    <a:pt x="1" y="1451"/>
                  </a:lnTo>
                  <a:cubicBezTo>
                    <a:pt x="1" y="1451"/>
                    <a:pt x="153" y="4947"/>
                    <a:pt x="3557" y="5646"/>
                  </a:cubicBezTo>
                  <a:cubicBezTo>
                    <a:pt x="3925" y="5719"/>
                    <a:pt x="4314" y="5751"/>
                    <a:pt x="4715" y="5751"/>
                  </a:cubicBezTo>
                  <a:cubicBezTo>
                    <a:pt x="8001" y="5751"/>
                    <a:pt x="12129" y="3579"/>
                    <a:pt x="12129" y="3579"/>
                  </a:cubicBezTo>
                  <a:lnTo>
                    <a:pt x="12767" y="10236"/>
                  </a:lnTo>
                  <a:lnTo>
                    <a:pt x="14378" y="10236"/>
                  </a:lnTo>
                  <a:cubicBezTo>
                    <a:pt x="14378" y="10236"/>
                    <a:pt x="15138" y="3974"/>
                    <a:pt x="15199" y="3123"/>
                  </a:cubicBezTo>
                  <a:cubicBezTo>
                    <a:pt x="15290" y="2302"/>
                    <a:pt x="15016" y="327"/>
                    <a:pt x="12615" y="23"/>
                  </a:cubicBezTo>
                  <a:cubicBezTo>
                    <a:pt x="12484" y="7"/>
                    <a:pt x="12345" y="0"/>
                    <a:pt x="12198" y="0"/>
                  </a:cubicBezTo>
                  <a:close/>
                </a:path>
              </a:pathLst>
            </a:custGeom>
            <a:solidFill>
              <a:srgbClr val="609A92"/>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5" name="Google Shape;415;p55"/>
            <p:cNvSpPr/>
            <p:nvPr/>
          </p:nvSpPr>
          <p:spPr>
            <a:xfrm>
              <a:off x="7063041" y="3109451"/>
              <a:ext cx="2037470" cy="917367"/>
            </a:xfrm>
            <a:custGeom>
              <a:rect b="b" l="l" r="r" t="t"/>
              <a:pathLst>
                <a:path extrusionOk="0" fill="none" h="13344" w="29637">
                  <a:moveTo>
                    <a:pt x="29637" y="0"/>
                  </a:moveTo>
                  <a:cubicBezTo>
                    <a:pt x="25746" y="4620"/>
                    <a:pt x="17296" y="3799"/>
                    <a:pt x="13497" y="4803"/>
                  </a:cubicBezTo>
                  <a:cubicBezTo>
                    <a:pt x="13497" y="4803"/>
                    <a:pt x="4074" y="7721"/>
                    <a:pt x="1" y="13344"/>
                  </a:cubicBezTo>
                  <a:lnTo>
                    <a:pt x="18785" y="13344"/>
                  </a:lnTo>
                </a:path>
              </a:pathLst>
            </a:custGeom>
            <a:noFill/>
            <a:ln cap="rnd" cmpd="sng" w="15050">
              <a:solidFill>
                <a:srgbClr val="092242"/>
              </a:solidFill>
              <a:prstDash val="solid"/>
              <a:round/>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6" name="Google Shape;416;p55"/>
            <p:cNvSpPr/>
            <p:nvPr/>
          </p:nvSpPr>
          <p:spPr>
            <a:xfrm>
              <a:off x="8218617" y="4336043"/>
              <a:ext cx="183968" cy="39736"/>
            </a:xfrm>
            <a:custGeom>
              <a:rect b="b" l="l" r="r" t="t"/>
              <a:pathLst>
                <a:path extrusionOk="0" h="578" w="2676">
                  <a:moveTo>
                    <a:pt x="1" y="0"/>
                  </a:moveTo>
                  <a:lnTo>
                    <a:pt x="1" y="578"/>
                  </a:lnTo>
                  <a:lnTo>
                    <a:pt x="2675" y="578"/>
                  </a:lnTo>
                  <a:lnTo>
                    <a:pt x="2675" y="0"/>
                  </a:lnTo>
                  <a:close/>
                </a:path>
              </a:pathLst>
            </a:custGeom>
            <a:solidFill>
              <a:srgbClr val="092242"/>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7" name="Google Shape;417;p55"/>
            <p:cNvSpPr/>
            <p:nvPr/>
          </p:nvSpPr>
          <p:spPr>
            <a:xfrm>
              <a:off x="7065172" y="3895097"/>
              <a:ext cx="1339476" cy="307233"/>
            </a:xfrm>
            <a:custGeom>
              <a:rect b="b" l="l" r="r" t="t"/>
              <a:pathLst>
                <a:path extrusionOk="0" fill="none" h="4469" w="19484">
                  <a:moveTo>
                    <a:pt x="19210" y="1"/>
                  </a:moveTo>
                  <a:lnTo>
                    <a:pt x="0" y="1308"/>
                  </a:lnTo>
                  <a:lnTo>
                    <a:pt x="0" y="3101"/>
                  </a:lnTo>
                  <a:lnTo>
                    <a:pt x="19484" y="4469"/>
                  </a:lnTo>
                </a:path>
              </a:pathLst>
            </a:custGeom>
            <a:noFill/>
            <a:ln cap="flat" cmpd="sng" w="5425">
              <a:solidFill>
                <a:srgbClr val="092242"/>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8" name="Google Shape;418;p55"/>
            <p:cNvSpPr/>
            <p:nvPr/>
          </p:nvSpPr>
          <p:spPr>
            <a:xfrm>
              <a:off x="8241648" y="3870073"/>
              <a:ext cx="355287" cy="355287"/>
            </a:xfrm>
            <a:custGeom>
              <a:rect b="b" l="l" r="r" t="t"/>
              <a:pathLst>
                <a:path extrusionOk="0" h="5168" w="5168">
                  <a:moveTo>
                    <a:pt x="2584" y="0"/>
                  </a:moveTo>
                  <a:cubicBezTo>
                    <a:pt x="1155" y="30"/>
                    <a:pt x="0" y="1155"/>
                    <a:pt x="0" y="2584"/>
                  </a:cubicBezTo>
                  <a:cubicBezTo>
                    <a:pt x="0" y="3982"/>
                    <a:pt x="1155" y="5167"/>
                    <a:pt x="2584" y="5167"/>
                  </a:cubicBezTo>
                  <a:cubicBezTo>
                    <a:pt x="3982" y="5167"/>
                    <a:pt x="5167" y="4012"/>
                    <a:pt x="5167" y="2584"/>
                  </a:cubicBezTo>
                  <a:cubicBezTo>
                    <a:pt x="5167" y="1125"/>
                    <a:pt x="4043" y="0"/>
                    <a:pt x="2584" y="0"/>
                  </a:cubicBezTo>
                  <a:close/>
                </a:path>
              </a:pathLst>
            </a:custGeom>
            <a:solidFill>
              <a:srgbClr val="F7AC2D"/>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19" name="Google Shape;419;p55"/>
            <p:cNvSpPr/>
            <p:nvPr/>
          </p:nvSpPr>
          <p:spPr>
            <a:xfrm>
              <a:off x="6985768" y="3966182"/>
              <a:ext cx="160938" cy="163069"/>
            </a:xfrm>
            <a:custGeom>
              <a:rect b="b" l="l" r="r" t="t"/>
              <a:pathLst>
                <a:path extrusionOk="0" h="2372" w="2341">
                  <a:moveTo>
                    <a:pt x="1186" y="0"/>
                  </a:moveTo>
                  <a:cubicBezTo>
                    <a:pt x="517" y="0"/>
                    <a:pt x="0" y="517"/>
                    <a:pt x="0" y="1186"/>
                  </a:cubicBezTo>
                  <a:cubicBezTo>
                    <a:pt x="0" y="1824"/>
                    <a:pt x="517" y="2371"/>
                    <a:pt x="1186" y="2371"/>
                  </a:cubicBezTo>
                  <a:cubicBezTo>
                    <a:pt x="1824" y="2371"/>
                    <a:pt x="2341" y="1824"/>
                    <a:pt x="2341" y="1186"/>
                  </a:cubicBezTo>
                  <a:cubicBezTo>
                    <a:pt x="2341" y="547"/>
                    <a:pt x="1824" y="0"/>
                    <a:pt x="1186" y="0"/>
                  </a:cubicBezTo>
                  <a:close/>
                </a:path>
              </a:pathLst>
            </a:custGeom>
            <a:solidFill>
              <a:srgbClr val="F7AC2D"/>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0" name="Google Shape;420;p55"/>
            <p:cNvSpPr/>
            <p:nvPr/>
          </p:nvSpPr>
          <p:spPr>
            <a:xfrm>
              <a:off x="8291765" y="4049779"/>
              <a:ext cx="127527" cy="305101"/>
            </a:xfrm>
            <a:custGeom>
              <a:rect b="b" l="l" r="r" t="t"/>
              <a:pathLst>
                <a:path extrusionOk="0" fill="none" h="4438" w="1855">
                  <a:moveTo>
                    <a:pt x="1855" y="0"/>
                  </a:moveTo>
                  <a:lnTo>
                    <a:pt x="1" y="4438"/>
                  </a:lnTo>
                </a:path>
              </a:pathLst>
            </a:custGeom>
            <a:noFill/>
            <a:ln cap="flat" cmpd="sng" w="7225">
              <a:solidFill>
                <a:srgbClr val="092242"/>
              </a:solidFill>
              <a:prstDash val="solid"/>
              <a:miter lim="30395"/>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1" name="Google Shape;421;p55"/>
            <p:cNvSpPr/>
            <p:nvPr/>
          </p:nvSpPr>
          <p:spPr>
            <a:xfrm>
              <a:off x="7561666" y="3213397"/>
              <a:ext cx="568817" cy="160182"/>
            </a:xfrm>
            <a:custGeom>
              <a:rect b="b" l="l" r="r" t="t"/>
              <a:pathLst>
                <a:path extrusionOk="0" h="2330" w="8274">
                  <a:moveTo>
                    <a:pt x="4196" y="1"/>
                  </a:moveTo>
                  <a:cubicBezTo>
                    <a:pt x="2113" y="1"/>
                    <a:pt x="1" y="299"/>
                    <a:pt x="195" y="1011"/>
                  </a:cubicBezTo>
                  <a:cubicBezTo>
                    <a:pt x="484" y="1986"/>
                    <a:pt x="1588" y="2330"/>
                    <a:pt x="2882" y="2330"/>
                  </a:cubicBezTo>
                  <a:cubicBezTo>
                    <a:pt x="5259" y="2330"/>
                    <a:pt x="8273" y="1167"/>
                    <a:pt x="8037" y="616"/>
                  </a:cubicBezTo>
                  <a:cubicBezTo>
                    <a:pt x="7838" y="232"/>
                    <a:pt x="6028" y="1"/>
                    <a:pt x="4196" y="1"/>
                  </a:cubicBezTo>
                  <a:close/>
                </a:path>
              </a:pathLst>
            </a:custGeom>
            <a:solidFill>
              <a:srgbClr val="C76C1F"/>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2" name="Google Shape;422;p55"/>
            <p:cNvSpPr/>
            <p:nvPr/>
          </p:nvSpPr>
          <p:spPr>
            <a:xfrm>
              <a:off x="8417160" y="2145267"/>
              <a:ext cx="240066" cy="241235"/>
            </a:xfrm>
            <a:custGeom>
              <a:rect b="b" l="l" r="r" t="t"/>
              <a:pathLst>
                <a:path extrusionOk="0" h="3509" w="3492">
                  <a:moveTo>
                    <a:pt x="2409" y="0"/>
                  </a:moveTo>
                  <a:cubicBezTo>
                    <a:pt x="2366" y="0"/>
                    <a:pt x="2323" y="4"/>
                    <a:pt x="2280" y="13"/>
                  </a:cubicBezTo>
                  <a:cubicBezTo>
                    <a:pt x="1672" y="134"/>
                    <a:pt x="1246" y="1289"/>
                    <a:pt x="1246" y="1289"/>
                  </a:cubicBezTo>
                  <a:lnTo>
                    <a:pt x="0" y="2748"/>
                  </a:lnTo>
                  <a:lnTo>
                    <a:pt x="730" y="3508"/>
                  </a:lnTo>
                  <a:cubicBezTo>
                    <a:pt x="730" y="3508"/>
                    <a:pt x="1733" y="1836"/>
                    <a:pt x="1976" y="1836"/>
                  </a:cubicBezTo>
                  <a:cubicBezTo>
                    <a:pt x="2189" y="1836"/>
                    <a:pt x="2553" y="1228"/>
                    <a:pt x="3040" y="955"/>
                  </a:cubicBezTo>
                  <a:cubicBezTo>
                    <a:pt x="3492" y="701"/>
                    <a:pt x="2972" y="0"/>
                    <a:pt x="2409" y="0"/>
                  </a:cubicBezTo>
                  <a:close/>
                </a:path>
              </a:pathLst>
            </a:custGeom>
            <a:solidFill>
              <a:srgbClr val="E68CA3"/>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3" name="Google Shape;423;p55"/>
            <p:cNvSpPr/>
            <p:nvPr/>
          </p:nvSpPr>
          <p:spPr>
            <a:xfrm>
              <a:off x="8241648" y="4237803"/>
              <a:ext cx="204799" cy="100371"/>
            </a:xfrm>
            <a:custGeom>
              <a:rect b="b" l="l" r="r" t="t"/>
              <a:pathLst>
                <a:path extrusionOk="0" h="1460" w="2979">
                  <a:moveTo>
                    <a:pt x="274" y="1"/>
                  </a:moveTo>
                  <a:lnTo>
                    <a:pt x="0" y="1460"/>
                  </a:lnTo>
                  <a:lnTo>
                    <a:pt x="2979" y="1460"/>
                  </a:lnTo>
                  <a:lnTo>
                    <a:pt x="1246" y="791"/>
                  </a:lnTo>
                  <a:lnTo>
                    <a:pt x="1337" y="1"/>
                  </a:lnTo>
                  <a:close/>
                </a:path>
              </a:pathLst>
            </a:custGeom>
            <a:solidFill>
              <a:srgbClr val="092242"/>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4" name="Google Shape;424;p55"/>
            <p:cNvSpPr/>
            <p:nvPr/>
          </p:nvSpPr>
          <p:spPr>
            <a:xfrm>
              <a:off x="7516499" y="3036303"/>
              <a:ext cx="952978" cy="1228724"/>
            </a:xfrm>
            <a:custGeom>
              <a:rect b="b" l="l" r="r" t="t"/>
              <a:pathLst>
                <a:path extrusionOk="0" h="17873" w="13862">
                  <a:moveTo>
                    <a:pt x="4742" y="0"/>
                  </a:moveTo>
                  <a:lnTo>
                    <a:pt x="1" y="426"/>
                  </a:lnTo>
                  <a:cubicBezTo>
                    <a:pt x="548" y="2553"/>
                    <a:pt x="1247" y="3283"/>
                    <a:pt x="2645" y="3891"/>
                  </a:cubicBezTo>
                  <a:cubicBezTo>
                    <a:pt x="4104" y="4499"/>
                    <a:pt x="10974" y="9149"/>
                    <a:pt x="10974" y="9149"/>
                  </a:cubicBezTo>
                  <a:lnTo>
                    <a:pt x="10548" y="17873"/>
                  </a:lnTo>
                  <a:lnTo>
                    <a:pt x="12311" y="17873"/>
                  </a:lnTo>
                  <a:cubicBezTo>
                    <a:pt x="12311" y="17873"/>
                    <a:pt x="13709" y="10517"/>
                    <a:pt x="13770" y="7751"/>
                  </a:cubicBezTo>
                  <a:cubicBezTo>
                    <a:pt x="13861" y="4985"/>
                    <a:pt x="5472" y="790"/>
                    <a:pt x="5472" y="790"/>
                  </a:cubicBezTo>
                  <a:lnTo>
                    <a:pt x="4742" y="0"/>
                  </a:lnTo>
                  <a:close/>
                </a:path>
              </a:pathLst>
            </a:custGeom>
            <a:solidFill>
              <a:srgbClr val="609A92"/>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5" name="Google Shape;425;p55"/>
            <p:cNvSpPr/>
            <p:nvPr/>
          </p:nvSpPr>
          <p:spPr>
            <a:xfrm>
              <a:off x="6860373" y="3082226"/>
              <a:ext cx="712637" cy="265503"/>
            </a:xfrm>
            <a:custGeom>
              <a:rect b="b" l="l" r="r" t="t"/>
              <a:pathLst>
                <a:path extrusionOk="0" h="3862" w="10366">
                  <a:moveTo>
                    <a:pt x="9423" y="1"/>
                  </a:moveTo>
                  <a:cubicBezTo>
                    <a:pt x="9200" y="520"/>
                    <a:pt x="8811" y="677"/>
                    <a:pt x="8322" y="677"/>
                  </a:cubicBezTo>
                  <a:cubicBezTo>
                    <a:pt x="7810" y="677"/>
                    <a:pt x="7189" y="505"/>
                    <a:pt x="6536" y="396"/>
                  </a:cubicBezTo>
                  <a:cubicBezTo>
                    <a:pt x="6273" y="353"/>
                    <a:pt x="6044" y="333"/>
                    <a:pt x="5832" y="333"/>
                  </a:cubicBezTo>
                  <a:cubicBezTo>
                    <a:pt x="4991" y="333"/>
                    <a:pt x="4412" y="658"/>
                    <a:pt x="2979" y="1217"/>
                  </a:cubicBezTo>
                  <a:cubicBezTo>
                    <a:pt x="2572" y="1385"/>
                    <a:pt x="2195" y="1450"/>
                    <a:pt x="1854" y="1450"/>
                  </a:cubicBezTo>
                  <a:cubicBezTo>
                    <a:pt x="720" y="1450"/>
                    <a:pt x="1" y="731"/>
                    <a:pt x="0" y="730"/>
                  </a:cubicBezTo>
                  <a:lnTo>
                    <a:pt x="0" y="730"/>
                  </a:lnTo>
                  <a:lnTo>
                    <a:pt x="2311" y="3861"/>
                  </a:lnTo>
                  <a:cubicBezTo>
                    <a:pt x="2311" y="3861"/>
                    <a:pt x="3405" y="3588"/>
                    <a:pt x="4438" y="3162"/>
                  </a:cubicBezTo>
                  <a:cubicBezTo>
                    <a:pt x="5472" y="2706"/>
                    <a:pt x="6384" y="2980"/>
                    <a:pt x="7903" y="2736"/>
                  </a:cubicBezTo>
                  <a:cubicBezTo>
                    <a:pt x="9423" y="2524"/>
                    <a:pt x="9940" y="1034"/>
                    <a:pt x="10365" y="31"/>
                  </a:cubicBezTo>
                  <a:lnTo>
                    <a:pt x="10365" y="1"/>
                  </a:lnTo>
                  <a:close/>
                </a:path>
              </a:pathLst>
            </a:custGeom>
            <a:solidFill>
              <a:srgbClr val="C76C1F"/>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6" name="Google Shape;426;p55"/>
            <p:cNvSpPr/>
            <p:nvPr/>
          </p:nvSpPr>
          <p:spPr>
            <a:xfrm>
              <a:off x="7520693" y="2072876"/>
              <a:ext cx="292589" cy="411798"/>
            </a:xfrm>
            <a:custGeom>
              <a:rect b="b" l="l" r="r" t="t"/>
              <a:pathLst>
                <a:path extrusionOk="0" h="5990" w="4256">
                  <a:moveTo>
                    <a:pt x="1916" y="1"/>
                  </a:moveTo>
                  <a:cubicBezTo>
                    <a:pt x="992" y="1"/>
                    <a:pt x="295" y="715"/>
                    <a:pt x="122" y="1309"/>
                  </a:cubicBezTo>
                  <a:cubicBezTo>
                    <a:pt x="0" y="2069"/>
                    <a:pt x="912" y="4318"/>
                    <a:pt x="912" y="4318"/>
                  </a:cubicBezTo>
                  <a:lnTo>
                    <a:pt x="639" y="5990"/>
                  </a:lnTo>
                  <a:lnTo>
                    <a:pt x="2827" y="5990"/>
                  </a:lnTo>
                  <a:cubicBezTo>
                    <a:pt x="2827" y="5990"/>
                    <a:pt x="2918" y="4592"/>
                    <a:pt x="3162" y="4227"/>
                  </a:cubicBezTo>
                  <a:cubicBezTo>
                    <a:pt x="3435" y="3832"/>
                    <a:pt x="3830" y="4105"/>
                    <a:pt x="3952" y="3710"/>
                  </a:cubicBezTo>
                  <a:cubicBezTo>
                    <a:pt x="4104" y="3345"/>
                    <a:pt x="3891" y="2646"/>
                    <a:pt x="3891" y="2646"/>
                  </a:cubicBezTo>
                  <a:lnTo>
                    <a:pt x="4256" y="2555"/>
                  </a:lnTo>
                  <a:cubicBezTo>
                    <a:pt x="4256" y="2555"/>
                    <a:pt x="3222" y="367"/>
                    <a:pt x="2584" y="123"/>
                  </a:cubicBezTo>
                  <a:cubicBezTo>
                    <a:pt x="2352" y="38"/>
                    <a:pt x="2128" y="1"/>
                    <a:pt x="1916" y="1"/>
                  </a:cubicBezTo>
                  <a:close/>
                </a:path>
              </a:pathLst>
            </a:custGeom>
            <a:solidFill>
              <a:srgbClr val="E68CA3"/>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7" name="Google Shape;427;p55"/>
            <p:cNvSpPr/>
            <p:nvPr/>
          </p:nvSpPr>
          <p:spPr>
            <a:xfrm>
              <a:off x="7750584" y="2139836"/>
              <a:ext cx="37674" cy="104565"/>
            </a:xfrm>
            <a:custGeom>
              <a:rect b="b" l="l" r="r" t="t"/>
              <a:pathLst>
                <a:path extrusionOk="0" h="1521" w="548">
                  <a:moveTo>
                    <a:pt x="274" y="0"/>
                  </a:moveTo>
                  <a:cubicBezTo>
                    <a:pt x="122" y="0"/>
                    <a:pt x="0" y="365"/>
                    <a:pt x="0" y="760"/>
                  </a:cubicBezTo>
                  <a:cubicBezTo>
                    <a:pt x="0" y="1186"/>
                    <a:pt x="122" y="1520"/>
                    <a:pt x="274" y="1520"/>
                  </a:cubicBezTo>
                  <a:cubicBezTo>
                    <a:pt x="426" y="1520"/>
                    <a:pt x="547" y="1186"/>
                    <a:pt x="547" y="760"/>
                  </a:cubicBezTo>
                  <a:cubicBezTo>
                    <a:pt x="547" y="365"/>
                    <a:pt x="426" y="0"/>
                    <a:pt x="274" y="0"/>
                  </a:cubicBezTo>
                  <a:close/>
                </a:path>
              </a:pathLst>
            </a:custGeom>
            <a:solidFill>
              <a:srgbClr val="092242"/>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8" name="Google Shape;428;p55"/>
            <p:cNvSpPr/>
            <p:nvPr/>
          </p:nvSpPr>
          <p:spPr>
            <a:xfrm>
              <a:off x="7650282" y="2192084"/>
              <a:ext cx="127527" cy="69"/>
            </a:xfrm>
            <a:custGeom>
              <a:rect b="b" l="l" r="r" t="t"/>
              <a:pathLst>
                <a:path extrusionOk="0" fill="none" h="1" w="1855">
                  <a:moveTo>
                    <a:pt x="1854" y="0"/>
                  </a:moveTo>
                  <a:lnTo>
                    <a:pt x="0" y="0"/>
                  </a:lnTo>
                </a:path>
              </a:pathLst>
            </a:custGeom>
            <a:noFill/>
            <a:ln cap="rnd" cmpd="sng" w="3600">
              <a:solidFill>
                <a:srgbClr val="092242"/>
              </a:solidFill>
              <a:prstDash val="solid"/>
              <a:round/>
              <a:headEnd len="sm" w="sm" type="none"/>
              <a:tailEnd len="sm" w="sm" type="none"/>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29" name="Google Shape;429;p55"/>
            <p:cNvSpPr/>
            <p:nvPr/>
          </p:nvSpPr>
          <p:spPr>
            <a:xfrm>
              <a:off x="7502750" y="2070126"/>
              <a:ext cx="203974" cy="299602"/>
            </a:xfrm>
            <a:custGeom>
              <a:rect b="b" l="l" r="r" t="t"/>
              <a:pathLst>
                <a:path extrusionOk="0" h="4358" w="2967">
                  <a:moveTo>
                    <a:pt x="1916" y="0"/>
                  </a:moveTo>
                  <a:cubicBezTo>
                    <a:pt x="499" y="0"/>
                    <a:pt x="1" y="1439"/>
                    <a:pt x="201" y="2139"/>
                  </a:cubicBezTo>
                  <a:cubicBezTo>
                    <a:pt x="413" y="2960"/>
                    <a:pt x="1265" y="4358"/>
                    <a:pt x="1265" y="4358"/>
                  </a:cubicBezTo>
                  <a:cubicBezTo>
                    <a:pt x="2784" y="3446"/>
                    <a:pt x="2967" y="224"/>
                    <a:pt x="2967" y="224"/>
                  </a:cubicBezTo>
                  <a:cubicBezTo>
                    <a:pt x="2572" y="67"/>
                    <a:pt x="2223" y="0"/>
                    <a:pt x="1916" y="0"/>
                  </a:cubicBezTo>
                  <a:close/>
                </a:path>
              </a:pathLst>
            </a:custGeom>
            <a:solidFill>
              <a:srgbClr val="092242"/>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30" name="Google Shape;430;p55"/>
            <p:cNvSpPr/>
            <p:nvPr/>
          </p:nvSpPr>
          <p:spPr>
            <a:xfrm>
              <a:off x="7384848" y="2053283"/>
              <a:ext cx="365737" cy="226592"/>
            </a:xfrm>
            <a:custGeom>
              <a:rect b="b" l="l" r="r" t="t"/>
              <a:pathLst>
                <a:path extrusionOk="0" h="3296" w="5320">
                  <a:moveTo>
                    <a:pt x="3541" y="1"/>
                  </a:moveTo>
                  <a:cubicBezTo>
                    <a:pt x="3299" y="1"/>
                    <a:pt x="3040" y="42"/>
                    <a:pt x="2767" y="135"/>
                  </a:cubicBezTo>
                  <a:cubicBezTo>
                    <a:pt x="1460" y="621"/>
                    <a:pt x="1612" y="2263"/>
                    <a:pt x="1612" y="2263"/>
                  </a:cubicBezTo>
                  <a:lnTo>
                    <a:pt x="1" y="3296"/>
                  </a:lnTo>
                  <a:lnTo>
                    <a:pt x="5320" y="1229"/>
                  </a:lnTo>
                  <a:cubicBezTo>
                    <a:pt x="5151" y="624"/>
                    <a:pt x="4481" y="1"/>
                    <a:pt x="3541" y="1"/>
                  </a:cubicBezTo>
                  <a:close/>
                </a:path>
              </a:pathLst>
            </a:custGeom>
            <a:solidFill>
              <a:srgbClr val="006EED"/>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31" name="Google Shape;431;p55"/>
            <p:cNvSpPr/>
            <p:nvPr/>
          </p:nvSpPr>
          <p:spPr>
            <a:xfrm>
              <a:off x="7420734" y="2449818"/>
              <a:ext cx="474083" cy="652001"/>
            </a:xfrm>
            <a:custGeom>
              <a:rect b="b" l="l" r="r" t="t"/>
              <a:pathLst>
                <a:path extrusionOk="0" h="9484" w="6896">
                  <a:moveTo>
                    <a:pt x="3040" y="1"/>
                  </a:moveTo>
                  <a:cubicBezTo>
                    <a:pt x="118" y="1"/>
                    <a:pt x="1" y="5028"/>
                    <a:pt x="360" y="5978"/>
                  </a:cubicBezTo>
                  <a:cubicBezTo>
                    <a:pt x="786" y="7163"/>
                    <a:pt x="269" y="9018"/>
                    <a:pt x="664" y="9382"/>
                  </a:cubicBezTo>
                  <a:cubicBezTo>
                    <a:pt x="740" y="9452"/>
                    <a:pt x="1055" y="9483"/>
                    <a:pt x="1506" y="9483"/>
                  </a:cubicBezTo>
                  <a:cubicBezTo>
                    <a:pt x="3219" y="9483"/>
                    <a:pt x="6895" y="9030"/>
                    <a:pt x="6895" y="8501"/>
                  </a:cubicBezTo>
                  <a:cubicBezTo>
                    <a:pt x="6895" y="7802"/>
                    <a:pt x="6044" y="6951"/>
                    <a:pt x="5679" y="5370"/>
                  </a:cubicBezTo>
                  <a:cubicBezTo>
                    <a:pt x="5284" y="3850"/>
                    <a:pt x="5953" y="1084"/>
                    <a:pt x="4950" y="568"/>
                  </a:cubicBezTo>
                  <a:cubicBezTo>
                    <a:pt x="4209" y="171"/>
                    <a:pt x="3577" y="1"/>
                    <a:pt x="3040" y="1"/>
                  </a:cubicBezTo>
                  <a:close/>
                </a:path>
              </a:pathLst>
            </a:custGeom>
            <a:solidFill>
              <a:srgbClr val="006EED"/>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sp>
          <p:nvSpPr>
            <p:cNvPr id="432" name="Google Shape;432;p55"/>
            <p:cNvSpPr/>
            <p:nvPr/>
          </p:nvSpPr>
          <p:spPr>
            <a:xfrm>
              <a:off x="7516499" y="2244332"/>
              <a:ext cx="1019800" cy="432834"/>
            </a:xfrm>
            <a:custGeom>
              <a:rect b="b" l="l" r="r" t="t"/>
              <a:pathLst>
                <a:path extrusionOk="0" h="6296" w="14834">
                  <a:moveTo>
                    <a:pt x="14013" y="0"/>
                  </a:moveTo>
                  <a:lnTo>
                    <a:pt x="8846" y="3800"/>
                  </a:lnTo>
                  <a:cubicBezTo>
                    <a:pt x="8846" y="3800"/>
                    <a:pt x="6475" y="3709"/>
                    <a:pt x="3557" y="3283"/>
                  </a:cubicBezTo>
                  <a:cubicBezTo>
                    <a:pt x="2741" y="3172"/>
                    <a:pt x="2103" y="3112"/>
                    <a:pt x="1608" y="3112"/>
                  </a:cubicBezTo>
                  <a:cubicBezTo>
                    <a:pt x="332" y="3112"/>
                    <a:pt x="1" y="3514"/>
                    <a:pt x="1" y="4499"/>
                  </a:cubicBezTo>
                  <a:cubicBezTo>
                    <a:pt x="1" y="5593"/>
                    <a:pt x="1672" y="5927"/>
                    <a:pt x="2949" y="6019"/>
                  </a:cubicBezTo>
                  <a:cubicBezTo>
                    <a:pt x="3809" y="6039"/>
                    <a:pt x="4709" y="6296"/>
                    <a:pt x="6169" y="6296"/>
                  </a:cubicBezTo>
                  <a:cubicBezTo>
                    <a:pt x="6926" y="6296"/>
                    <a:pt x="7835" y="6226"/>
                    <a:pt x="8967" y="6019"/>
                  </a:cubicBezTo>
                  <a:cubicBezTo>
                    <a:pt x="12250" y="5411"/>
                    <a:pt x="14834" y="1034"/>
                    <a:pt x="14834" y="1034"/>
                  </a:cubicBezTo>
                  <a:lnTo>
                    <a:pt x="14013" y="0"/>
                  </a:lnTo>
                  <a:close/>
                </a:path>
              </a:pathLst>
            </a:custGeom>
            <a:solidFill>
              <a:srgbClr val="006EED"/>
            </a:solidFill>
            <a:ln>
              <a:noFill/>
            </a:ln>
          </p:spPr>
          <p:txBody>
            <a:bodyPr anchorCtr="0" anchor="ctr" bIns="72425" lIns="72425" spcFirstLastPara="1" rIns="72425" wrap="square" tIns="72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06666"/>
                </a:solidFill>
                <a:latin typeface="Times New Roman"/>
                <a:ea typeface="Times New Roman"/>
                <a:cs typeface="Times New Roman"/>
                <a:sym typeface="Times New Roman"/>
              </a:rPr>
              <a:t>Research Question </a:t>
            </a:r>
            <a:endParaRPr>
              <a:solidFill>
                <a:srgbClr val="E06666"/>
              </a:solidFill>
              <a:latin typeface="Times New Roman"/>
              <a:ea typeface="Times New Roman"/>
              <a:cs typeface="Times New Roman"/>
              <a:sym typeface="Times New Roman"/>
            </a:endParaRPr>
          </a:p>
        </p:txBody>
      </p:sp>
      <p:sp>
        <p:nvSpPr>
          <p:cNvPr id="438" name="Google Shape;438;p56"/>
          <p:cNvSpPr txBox="1"/>
          <p:nvPr>
            <p:ph idx="1" type="body"/>
          </p:nvPr>
        </p:nvSpPr>
        <p:spPr>
          <a:xfrm>
            <a:off x="720000" y="1215750"/>
            <a:ext cx="7704000" cy="325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Is there a relationship among college campus </a:t>
            </a:r>
            <a:r>
              <a:rPr b="1" lang="en">
                <a:latin typeface="Times New Roman"/>
                <a:ea typeface="Times New Roman"/>
                <a:cs typeface="Times New Roman"/>
                <a:sym typeface="Times New Roman"/>
              </a:rPr>
              <a:t>characteristic</a:t>
            </a:r>
            <a:r>
              <a:rPr b="1" lang="en">
                <a:latin typeface="Times New Roman"/>
                <a:ea typeface="Times New Roman"/>
                <a:cs typeface="Times New Roman"/>
                <a:sym typeface="Times New Roman"/>
              </a:rPr>
              <a:t> and </a:t>
            </a:r>
            <a:r>
              <a:rPr b="1" lang="en">
                <a:latin typeface="Times New Roman"/>
                <a:ea typeface="Times New Roman"/>
                <a:cs typeface="Times New Roman"/>
                <a:sym typeface="Times New Roman"/>
              </a:rPr>
              <a:t>Blue Bike</a:t>
            </a:r>
            <a:r>
              <a:rPr b="1" lang="en">
                <a:latin typeface="Times New Roman"/>
                <a:ea typeface="Times New Roman"/>
                <a:cs typeface="Times New Roman"/>
                <a:sym typeface="Times New Roman"/>
              </a:rPr>
              <a:t> usage, if so, what </a:t>
            </a:r>
            <a:r>
              <a:rPr b="1" lang="en">
                <a:latin typeface="Times New Roman"/>
                <a:ea typeface="Times New Roman"/>
                <a:cs typeface="Times New Roman"/>
                <a:sym typeface="Times New Roman"/>
              </a:rPr>
              <a:t>characteristics</a:t>
            </a:r>
            <a:r>
              <a:rPr b="1" lang="en">
                <a:latin typeface="Times New Roman"/>
                <a:ea typeface="Times New Roman"/>
                <a:cs typeface="Times New Roman"/>
                <a:sym typeface="Times New Roman"/>
              </a:rPr>
              <a:t> drive Blue Bike usage?</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We used a Multiple Linear Regression analysis to examine the relationship.</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p:txBody>
      </p:sp>
      <p:grpSp>
        <p:nvGrpSpPr>
          <p:cNvPr id="439" name="Google Shape;439;p56"/>
          <p:cNvGrpSpPr/>
          <p:nvPr/>
        </p:nvGrpSpPr>
        <p:grpSpPr>
          <a:xfrm>
            <a:off x="419442" y="3182611"/>
            <a:ext cx="2989407" cy="1839703"/>
            <a:chOff x="2339226" y="1885950"/>
            <a:chExt cx="4471145" cy="2751575"/>
          </a:xfrm>
        </p:grpSpPr>
        <p:sp>
          <p:nvSpPr>
            <p:cNvPr id="440" name="Google Shape;440;p56"/>
            <p:cNvSpPr/>
            <p:nvPr/>
          </p:nvSpPr>
          <p:spPr>
            <a:xfrm>
              <a:off x="2383301" y="4556316"/>
              <a:ext cx="1101010" cy="81209"/>
            </a:xfrm>
            <a:custGeom>
              <a:rect b="b" l="l" r="r" t="t"/>
              <a:pathLst>
                <a:path extrusionOk="0" h="1065" w="14439">
                  <a:moveTo>
                    <a:pt x="7204" y="1"/>
                  </a:moveTo>
                  <a:cubicBezTo>
                    <a:pt x="3222" y="1"/>
                    <a:pt x="0" y="244"/>
                    <a:pt x="0" y="548"/>
                  </a:cubicBezTo>
                  <a:cubicBezTo>
                    <a:pt x="0" y="852"/>
                    <a:pt x="3222" y="1064"/>
                    <a:pt x="7204" y="1064"/>
                  </a:cubicBezTo>
                  <a:cubicBezTo>
                    <a:pt x="11216" y="1064"/>
                    <a:pt x="14438" y="852"/>
                    <a:pt x="14438" y="548"/>
                  </a:cubicBezTo>
                  <a:cubicBezTo>
                    <a:pt x="14438" y="244"/>
                    <a:pt x="11216" y="1"/>
                    <a:pt x="7204" y="1"/>
                  </a:cubicBezTo>
                  <a:close/>
                </a:path>
              </a:pathLst>
            </a:custGeom>
            <a:solidFill>
              <a:srgbClr val="CFBF8B"/>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1" name="Google Shape;441;p56"/>
            <p:cNvSpPr/>
            <p:nvPr/>
          </p:nvSpPr>
          <p:spPr>
            <a:xfrm>
              <a:off x="5651410" y="4556316"/>
              <a:ext cx="1101010" cy="81209"/>
            </a:xfrm>
            <a:custGeom>
              <a:rect b="b" l="l" r="r" t="t"/>
              <a:pathLst>
                <a:path extrusionOk="0" h="1065" w="14439">
                  <a:moveTo>
                    <a:pt x="7234" y="1"/>
                  </a:moveTo>
                  <a:cubicBezTo>
                    <a:pt x="3222" y="1"/>
                    <a:pt x="0" y="244"/>
                    <a:pt x="0" y="548"/>
                  </a:cubicBezTo>
                  <a:cubicBezTo>
                    <a:pt x="0" y="852"/>
                    <a:pt x="3222" y="1064"/>
                    <a:pt x="7234" y="1064"/>
                  </a:cubicBezTo>
                  <a:cubicBezTo>
                    <a:pt x="11216" y="1064"/>
                    <a:pt x="14438" y="852"/>
                    <a:pt x="14438" y="548"/>
                  </a:cubicBezTo>
                  <a:cubicBezTo>
                    <a:pt x="14438" y="244"/>
                    <a:pt x="11186" y="1"/>
                    <a:pt x="7234" y="1"/>
                  </a:cubicBezTo>
                  <a:close/>
                </a:path>
              </a:pathLst>
            </a:custGeom>
            <a:solidFill>
              <a:srgbClr val="CFBF8B"/>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2" name="Google Shape;442;p56"/>
            <p:cNvSpPr/>
            <p:nvPr/>
          </p:nvSpPr>
          <p:spPr>
            <a:xfrm>
              <a:off x="2383301" y="3411350"/>
              <a:ext cx="1101010" cy="1101010"/>
            </a:xfrm>
            <a:custGeom>
              <a:rect b="b" l="l" r="r" t="t"/>
              <a:pathLst>
                <a:path extrusionOk="0" fill="none" h="14439" w="14439">
                  <a:moveTo>
                    <a:pt x="0" y="7234"/>
                  </a:moveTo>
                  <a:cubicBezTo>
                    <a:pt x="0" y="11216"/>
                    <a:pt x="3222" y="14438"/>
                    <a:pt x="7204" y="14438"/>
                  </a:cubicBezTo>
                  <a:cubicBezTo>
                    <a:pt x="11216" y="14438"/>
                    <a:pt x="14438" y="11216"/>
                    <a:pt x="14438" y="7234"/>
                  </a:cubicBezTo>
                  <a:cubicBezTo>
                    <a:pt x="14438" y="3253"/>
                    <a:pt x="11216" y="0"/>
                    <a:pt x="7204" y="0"/>
                  </a:cubicBezTo>
                  <a:cubicBezTo>
                    <a:pt x="3222" y="0"/>
                    <a:pt x="0" y="3253"/>
                    <a:pt x="0" y="7234"/>
                  </a:cubicBezTo>
                  <a:close/>
                </a:path>
              </a:pathLst>
            </a:custGeom>
            <a:noFill/>
            <a:ln cap="flat" cmpd="sng" w="6600">
              <a:solidFill>
                <a:srgbClr val="ED0F51"/>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3" name="Google Shape;443;p56"/>
            <p:cNvSpPr/>
            <p:nvPr/>
          </p:nvSpPr>
          <p:spPr>
            <a:xfrm>
              <a:off x="2339226" y="3369639"/>
              <a:ext cx="1189081" cy="1186718"/>
            </a:xfrm>
            <a:custGeom>
              <a:rect b="b" l="l" r="r" t="t"/>
              <a:pathLst>
                <a:path extrusionOk="0" fill="none" h="15563" w="15594">
                  <a:moveTo>
                    <a:pt x="1" y="7781"/>
                  </a:moveTo>
                  <a:cubicBezTo>
                    <a:pt x="1" y="12067"/>
                    <a:pt x="3496" y="15563"/>
                    <a:pt x="7782" y="15563"/>
                  </a:cubicBezTo>
                  <a:cubicBezTo>
                    <a:pt x="12098" y="15563"/>
                    <a:pt x="15594" y="12067"/>
                    <a:pt x="15594" y="7781"/>
                  </a:cubicBezTo>
                  <a:cubicBezTo>
                    <a:pt x="15594" y="3496"/>
                    <a:pt x="12098" y="0"/>
                    <a:pt x="7782" y="0"/>
                  </a:cubicBezTo>
                  <a:cubicBezTo>
                    <a:pt x="3496" y="0"/>
                    <a:pt x="1" y="3465"/>
                    <a:pt x="1" y="7781"/>
                  </a:cubicBezTo>
                  <a:close/>
                </a:path>
              </a:pathLst>
            </a:custGeom>
            <a:noFill/>
            <a:ln cap="flat" cmpd="sng" w="13725">
              <a:solidFill>
                <a:srgbClr val="09224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4" name="Google Shape;444;p56"/>
            <p:cNvSpPr/>
            <p:nvPr/>
          </p:nvSpPr>
          <p:spPr>
            <a:xfrm>
              <a:off x="5665288" y="3411350"/>
              <a:ext cx="1101010" cy="1101010"/>
            </a:xfrm>
            <a:custGeom>
              <a:rect b="b" l="l" r="r" t="t"/>
              <a:pathLst>
                <a:path extrusionOk="0" fill="none" h="14439" w="14439">
                  <a:moveTo>
                    <a:pt x="1" y="7234"/>
                  </a:moveTo>
                  <a:cubicBezTo>
                    <a:pt x="1" y="11216"/>
                    <a:pt x="3253" y="14438"/>
                    <a:pt x="7235" y="14438"/>
                  </a:cubicBezTo>
                  <a:cubicBezTo>
                    <a:pt x="11217" y="14438"/>
                    <a:pt x="14439" y="11216"/>
                    <a:pt x="14439" y="7234"/>
                  </a:cubicBezTo>
                  <a:cubicBezTo>
                    <a:pt x="14439" y="3253"/>
                    <a:pt x="11217" y="0"/>
                    <a:pt x="7235" y="0"/>
                  </a:cubicBezTo>
                  <a:cubicBezTo>
                    <a:pt x="3253" y="0"/>
                    <a:pt x="1" y="3253"/>
                    <a:pt x="1" y="7234"/>
                  </a:cubicBezTo>
                  <a:close/>
                </a:path>
              </a:pathLst>
            </a:custGeom>
            <a:noFill/>
            <a:ln cap="flat" cmpd="sng" w="6600">
              <a:solidFill>
                <a:srgbClr val="ED0F51"/>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5" name="Google Shape;445;p56"/>
            <p:cNvSpPr/>
            <p:nvPr/>
          </p:nvSpPr>
          <p:spPr>
            <a:xfrm>
              <a:off x="5623577" y="3369639"/>
              <a:ext cx="1186794" cy="1186718"/>
            </a:xfrm>
            <a:custGeom>
              <a:rect b="b" l="l" r="r" t="t"/>
              <a:pathLst>
                <a:path extrusionOk="0" fill="none" h="15563" w="15564">
                  <a:moveTo>
                    <a:pt x="1" y="7781"/>
                  </a:moveTo>
                  <a:cubicBezTo>
                    <a:pt x="1" y="12067"/>
                    <a:pt x="3496" y="15563"/>
                    <a:pt x="7782" y="15563"/>
                  </a:cubicBezTo>
                  <a:cubicBezTo>
                    <a:pt x="12068" y="15563"/>
                    <a:pt x="15563" y="12067"/>
                    <a:pt x="15563" y="7781"/>
                  </a:cubicBezTo>
                  <a:cubicBezTo>
                    <a:pt x="15563" y="3496"/>
                    <a:pt x="12068" y="0"/>
                    <a:pt x="7782" y="0"/>
                  </a:cubicBezTo>
                  <a:cubicBezTo>
                    <a:pt x="3435" y="0"/>
                    <a:pt x="1" y="3465"/>
                    <a:pt x="1" y="7781"/>
                  </a:cubicBezTo>
                  <a:close/>
                </a:path>
              </a:pathLst>
            </a:custGeom>
            <a:noFill/>
            <a:ln cap="flat" cmpd="sng" w="13725">
              <a:solidFill>
                <a:srgbClr val="09224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6" name="Google Shape;446;p56"/>
            <p:cNvSpPr/>
            <p:nvPr/>
          </p:nvSpPr>
          <p:spPr>
            <a:xfrm>
              <a:off x="5153087" y="3673209"/>
              <a:ext cx="118268" cy="289836"/>
            </a:xfrm>
            <a:custGeom>
              <a:rect b="b" l="l" r="r" t="t"/>
              <a:pathLst>
                <a:path extrusionOk="0" fill="none" h="3801" w="1551">
                  <a:moveTo>
                    <a:pt x="1550" y="1"/>
                  </a:moveTo>
                  <a:lnTo>
                    <a:pt x="0" y="3800"/>
                  </a:lnTo>
                </a:path>
              </a:pathLst>
            </a:custGeom>
            <a:noFill/>
            <a:ln cap="flat" cmpd="sng" w="5075">
              <a:solidFill>
                <a:srgbClr val="0B2B5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7" name="Google Shape;447;p56"/>
            <p:cNvSpPr/>
            <p:nvPr/>
          </p:nvSpPr>
          <p:spPr>
            <a:xfrm>
              <a:off x="5180844" y="3654679"/>
              <a:ext cx="176220" cy="37211"/>
            </a:xfrm>
            <a:custGeom>
              <a:rect b="b" l="l" r="r" t="t"/>
              <a:pathLst>
                <a:path extrusionOk="0" h="488" w="2311">
                  <a:moveTo>
                    <a:pt x="1" y="1"/>
                  </a:moveTo>
                  <a:lnTo>
                    <a:pt x="1" y="487"/>
                  </a:lnTo>
                  <a:lnTo>
                    <a:pt x="2311" y="487"/>
                  </a:lnTo>
                  <a:lnTo>
                    <a:pt x="2311" y="1"/>
                  </a:lnTo>
                  <a:close/>
                </a:path>
              </a:pathLst>
            </a:custGeom>
            <a:solidFill>
              <a:srgbClr val="092242"/>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8" name="Google Shape;448;p56"/>
            <p:cNvSpPr/>
            <p:nvPr/>
          </p:nvSpPr>
          <p:spPr>
            <a:xfrm>
              <a:off x="6138141" y="3886341"/>
              <a:ext cx="150751" cy="153191"/>
            </a:xfrm>
            <a:custGeom>
              <a:rect b="b" l="l" r="r" t="t"/>
              <a:pathLst>
                <a:path extrusionOk="0" h="2009" w="1977">
                  <a:moveTo>
                    <a:pt x="952" y="1"/>
                  </a:moveTo>
                  <a:cubicBezTo>
                    <a:pt x="428" y="1"/>
                    <a:pt x="0" y="446"/>
                    <a:pt x="0" y="1005"/>
                  </a:cubicBezTo>
                  <a:cubicBezTo>
                    <a:pt x="0" y="1583"/>
                    <a:pt x="456" y="2008"/>
                    <a:pt x="1003" y="2008"/>
                  </a:cubicBezTo>
                  <a:cubicBezTo>
                    <a:pt x="1551" y="2008"/>
                    <a:pt x="1976" y="1553"/>
                    <a:pt x="1976" y="1005"/>
                  </a:cubicBezTo>
                  <a:cubicBezTo>
                    <a:pt x="1976" y="428"/>
                    <a:pt x="1520" y="2"/>
                    <a:pt x="1003" y="2"/>
                  </a:cubicBezTo>
                  <a:cubicBezTo>
                    <a:pt x="986" y="1"/>
                    <a:pt x="969" y="1"/>
                    <a:pt x="952" y="1"/>
                  </a:cubicBezTo>
                  <a:close/>
                </a:path>
              </a:pathLst>
            </a:custGeom>
            <a:solidFill>
              <a:srgbClr val="F7AC2D"/>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49" name="Google Shape;449;p56"/>
            <p:cNvSpPr/>
            <p:nvPr/>
          </p:nvSpPr>
          <p:spPr>
            <a:xfrm>
              <a:off x="4019643" y="3673209"/>
              <a:ext cx="120631" cy="289836"/>
            </a:xfrm>
            <a:custGeom>
              <a:rect b="b" l="l" r="r" t="t"/>
              <a:pathLst>
                <a:path extrusionOk="0" fill="none" h="3801" w="1582">
                  <a:moveTo>
                    <a:pt x="1581" y="1"/>
                  </a:moveTo>
                  <a:lnTo>
                    <a:pt x="1" y="3800"/>
                  </a:lnTo>
                </a:path>
              </a:pathLst>
            </a:custGeom>
            <a:noFill/>
            <a:ln cap="flat" cmpd="sng" w="5075">
              <a:solidFill>
                <a:srgbClr val="09224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0" name="Google Shape;450;p56"/>
            <p:cNvSpPr/>
            <p:nvPr/>
          </p:nvSpPr>
          <p:spPr>
            <a:xfrm>
              <a:off x="4047476" y="3654679"/>
              <a:ext cx="176220" cy="37211"/>
            </a:xfrm>
            <a:custGeom>
              <a:rect b="b" l="l" r="r" t="t"/>
              <a:pathLst>
                <a:path extrusionOk="0" h="488" w="2311">
                  <a:moveTo>
                    <a:pt x="0" y="1"/>
                  </a:moveTo>
                  <a:lnTo>
                    <a:pt x="0" y="487"/>
                  </a:lnTo>
                  <a:lnTo>
                    <a:pt x="2311" y="487"/>
                  </a:lnTo>
                  <a:lnTo>
                    <a:pt x="2311" y="1"/>
                  </a:lnTo>
                  <a:close/>
                </a:path>
              </a:pathLst>
            </a:custGeom>
            <a:solidFill>
              <a:srgbClr val="092242"/>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1" name="Google Shape;451;p56"/>
            <p:cNvSpPr/>
            <p:nvPr/>
          </p:nvSpPr>
          <p:spPr>
            <a:xfrm>
              <a:off x="4077596" y="3483182"/>
              <a:ext cx="169281" cy="170043"/>
            </a:xfrm>
            <a:custGeom>
              <a:rect b="b" l="l" r="r" t="t"/>
              <a:pathLst>
                <a:path extrusionOk="0" h="2230" w="2220">
                  <a:moveTo>
                    <a:pt x="548" y="0"/>
                  </a:moveTo>
                  <a:lnTo>
                    <a:pt x="1" y="2189"/>
                  </a:lnTo>
                  <a:cubicBezTo>
                    <a:pt x="1" y="2189"/>
                    <a:pt x="973" y="2230"/>
                    <a:pt x="1622" y="2230"/>
                  </a:cubicBezTo>
                  <a:cubicBezTo>
                    <a:pt x="1946" y="2230"/>
                    <a:pt x="2189" y="2219"/>
                    <a:pt x="2189" y="2189"/>
                  </a:cubicBezTo>
                  <a:cubicBezTo>
                    <a:pt x="2219" y="2128"/>
                    <a:pt x="1277" y="1915"/>
                    <a:pt x="1034" y="1611"/>
                  </a:cubicBezTo>
                  <a:cubicBezTo>
                    <a:pt x="760" y="1308"/>
                    <a:pt x="1460" y="61"/>
                    <a:pt x="1460" y="61"/>
                  </a:cubicBezTo>
                  <a:lnTo>
                    <a:pt x="548" y="0"/>
                  </a:lnTo>
                  <a:close/>
                </a:path>
              </a:pathLst>
            </a:custGeom>
            <a:solidFill>
              <a:srgbClr val="C76C1F"/>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2" name="Google Shape;452;p56"/>
            <p:cNvSpPr/>
            <p:nvPr/>
          </p:nvSpPr>
          <p:spPr>
            <a:xfrm>
              <a:off x="3741543" y="2780876"/>
              <a:ext cx="632819" cy="739420"/>
            </a:xfrm>
            <a:custGeom>
              <a:rect b="b" l="l" r="r" t="t"/>
              <a:pathLst>
                <a:path extrusionOk="0" h="9697" w="8299">
                  <a:moveTo>
                    <a:pt x="912" y="1"/>
                  </a:moveTo>
                  <a:lnTo>
                    <a:pt x="0" y="3496"/>
                  </a:lnTo>
                  <a:lnTo>
                    <a:pt x="5502" y="5624"/>
                  </a:lnTo>
                  <a:lnTo>
                    <a:pt x="4043" y="9697"/>
                  </a:lnTo>
                  <a:lnTo>
                    <a:pt x="5988" y="9697"/>
                  </a:lnTo>
                  <a:cubicBezTo>
                    <a:pt x="5988" y="9697"/>
                    <a:pt x="8298" y="5441"/>
                    <a:pt x="7143" y="3922"/>
                  </a:cubicBezTo>
                  <a:cubicBezTo>
                    <a:pt x="6019" y="2432"/>
                    <a:pt x="912" y="1"/>
                    <a:pt x="912" y="1"/>
                  </a:cubicBezTo>
                  <a:close/>
                </a:path>
              </a:pathLst>
            </a:custGeom>
            <a:solidFill>
              <a:srgbClr val="006EED"/>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3" name="Google Shape;453;p56"/>
            <p:cNvSpPr/>
            <p:nvPr/>
          </p:nvSpPr>
          <p:spPr>
            <a:xfrm>
              <a:off x="5211041" y="3557378"/>
              <a:ext cx="229520" cy="97374"/>
            </a:xfrm>
            <a:custGeom>
              <a:rect b="b" l="l" r="r" t="t"/>
              <a:pathLst>
                <a:path extrusionOk="0" h="1277" w="3010">
                  <a:moveTo>
                    <a:pt x="790" y="0"/>
                  </a:moveTo>
                  <a:lnTo>
                    <a:pt x="0" y="1277"/>
                  </a:lnTo>
                  <a:lnTo>
                    <a:pt x="3009" y="1277"/>
                  </a:lnTo>
                  <a:cubicBezTo>
                    <a:pt x="3009" y="1277"/>
                    <a:pt x="1702" y="973"/>
                    <a:pt x="1520" y="821"/>
                  </a:cubicBezTo>
                  <a:cubicBezTo>
                    <a:pt x="1337" y="638"/>
                    <a:pt x="1763" y="31"/>
                    <a:pt x="1763" y="31"/>
                  </a:cubicBezTo>
                  <a:lnTo>
                    <a:pt x="790" y="31"/>
                  </a:lnTo>
                  <a:lnTo>
                    <a:pt x="790" y="0"/>
                  </a:lnTo>
                  <a:close/>
                </a:path>
              </a:pathLst>
            </a:custGeom>
            <a:solidFill>
              <a:srgbClr val="C76C1F"/>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4" name="Google Shape;454;p56"/>
            <p:cNvSpPr/>
            <p:nvPr/>
          </p:nvSpPr>
          <p:spPr>
            <a:xfrm>
              <a:off x="4923638" y="2817936"/>
              <a:ext cx="771828" cy="769616"/>
            </a:xfrm>
            <a:custGeom>
              <a:rect b="b" l="l" r="r" t="t"/>
              <a:pathLst>
                <a:path extrusionOk="0" h="10093" w="10122">
                  <a:moveTo>
                    <a:pt x="0" y="1"/>
                  </a:moveTo>
                  <a:lnTo>
                    <a:pt x="1003" y="3952"/>
                  </a:lnTo>
                  <a:lnTo>
                    <a:pt x="6748" y="4986"/>
                  </a:lnTo>
                  <a:lnTo>
                    <a:pt x="4255" y="10092"/>
                  </a:lnTo>
                  <a:lnTo>
                    <a:pt x="5471" y="10092"/>
                  </a:lnTo>
                  <a:cubicBezTo>
                    <a:pt x="5471" y="10092"/>
                    <a:pt x="8602" y="7083"/>
                    <a:pt x="9362" y="4712"/>
                  </a:cubicBezTo>
                  <a:cubicBezTo>
                    <a:pt x="10122" y="2372"/>
                    <a:pt x="3404" y="1308"/>
                    <a:pt x="3404" y="1308"/>
                  </a:cubicBezTo>
                  <a:lnTo>
                    <a:pt x="2736" y="1"/>
                  </a:lnTo>
                  <a:close/>
                </a:path>
              </a:pathLst>
            </a:custGeom>
            <a:solidFill>
              <a:srgbClr val="006EED"/>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5" name="Google Shape;455;p56"/>
            <p:cNvSpPr/>
            <p:nvPr/>
          </p:nvSpPr>
          <p:spPr>
            <a:xfrm>
              <a:off x="2916395" y="3116931"/>
              <a:ext cx="3050253" cy="857688"/>
            </a:xfrm>
            <a:custGeom>
              <a:rect b="b" l="l" r="r" t="t"/>
              <a:pathLst>
                <a:path extrusionOk="0" fill="none" h="11248" w="40002">
                  <a:moveTo>
                    <a:pt x="39910" y="1"/>
                  </a:moveTo>
                  <a:lnTo>
                    <a:pt x="11277" y="913"/>
                  </a:lnTo>
                  <a:lnTo>
                    <a:pt x="0" y="11247"/>
                  </a:lnTo>
                  <a:lnTo>
                    <a:pt x="28329" y="11247"/>
                  </a:lnTo>
                  <a:lnTo>
                    <a:pt x="40001" y="1095"/>
                  </a:lnTo>
                </a:path>
              </a:pathLst>
            </a:custGeom>
            <a:noFill/>
            <a:ln cap="rnd" cmpd="sng" w="12700">
              <a:solidFill>
                <a:srgbClr val="006EED"/>
              </a:solidFill>
              <a:prstDash val="solid"/>
              <a:round/>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6" name="Google Shape;456;p56"/>
            <p:cNvSpPr/>
            <p:nvPr/>
          </p:nvSpPr>
          <p:spPr>
            <a:xfrm>
              <a:off x="4077596" y="3209657"/>
              <a:ext cx="864627" cy="753375"/>
            </a:xfrm>
            <a:custGeom>
              <a:rect b="b" l="l" r="r" t="t"/>
              <a:pathLst>
                <a:path extrusionOk="0" fill="none" h="9880" w="11339">
                  <a:moveTo>
                    <a:pt x="1" y="9879"/>
                  </a:moveTo>
                  <a:lnTo>
                    <a:pt x="11338" y="1"/>
                  </a:lnTo>
                </a:path>
              </a:pathLst>
            </a:custGeom>
            <a:noFill/>
            <a:ln cap="rnd" cmpd="sng" w="12700">
              <a:solidFill>
                <a:srgbClr val="006EED"/>
              </a:solidFill>
              <a:prstDash val="solid"/>
              <a:round/>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7" name="Google Shape;457;p56"/>
            <p:cNvSpPr/>
            <p:nvPr/>
          </p:nvSpPr>
          <p:spPr>
            <a:xfrm>
              <a:off x="3767012" y="3105416"/>
              <a:ext cx="252701" cy="834431"/>
            </a:xfrm>
            <a:custGeom>
              <a:rect b="b" l="l" r="r" t="t"/>
              <a:pathLst>
                <a:path extrusionOk="0" fill="none" h="10943" w="3314">
                  <a:moveTo>
                    <a:pt x="3314" y="10942"/>
                  </a:moveTo>
                  <a:lnTo>
                    <a:pt x="1" y="0"/>
                  </a:lnTo>
                </a:path>
              </a:pathLst>
            </a:custGeom>
            <a:noFill/>
            <a:ln cap="rnd" cmpd="sng" w="6600">
              <a:solidFill>
                <a:srgbClr val="006EED"/>
              </a:solidFill>
              <a:prstDash val="solid"/>
              <a:round/>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8" name="Google Shape;458;p56"/>
            <p:cNvSpPr/>
            <p:nvPr/>
          </p:nvSpPr>
          <p:spPr>
            <a:xfrm>
              <a:off x="4907396" y="3105416"/>
              <a:ext cx="250337" cy="834431"/>
            </a:xfrm>
            <a:custGeom>
              <a:rect b="b" l="l" r="r" t="t"/>
              <a:pathLst>
                <a:path extrusionOk="0" fill="none" h="10943" w="3283">
                  <a:moveTo>
                    <a:pt x="3283" y="10942"/>
                  </a:moveTo>
                  <a:lnTo>
                    <a:pt x="0" y="0"/>
                  </a:lnTo>
                </a:path>
              </a:pathLst>
            </a:custGeom>
            <a:noFill/>
            <a:ln cap="rnd" cmpd="sng" w="6600">
              <a:solidFill>
                <a:srgbClr val="006EED"/>
              </a:solidFill>
              <a:prstDash val="solid"/>
              <a:round/>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59" name="Google Shape;459;p56"/>
            <p:cNvSpPr/>
            <p:nvPr/>
          </p:nvSpPr>
          <p:spPr>
            <a:xfrm>
              <a:off x="5883147" y="2804057"/>
              <a:ext cx="324607" cy="1135781"/>
            </a:xfrm>
            <a:custGeom>
              <a:rect b="b" l="l" r="r" t="t"/>
              <a:pathLst>
                <a:path extrusionOk="0" fill="none" h="14895" w="4257">
                  <a:moveTo>
                    <a:pt x="4256" y="14894"/>
                  </a:moveTo>
                  <a:lnTo>
                    <a:pt x="183" y="1338"/>
                  </a:lnTo>
                  <a:cubicBezTo>
                    <a:pt x="1" y="700"/>
                    <a:pt x="487" y="1"/>
                    <a:pt x="1186" y="1"/>
                  </a:cubicBezTo>
                  <a:lnTo>
                    <a:pt x="2919" y="1"/>
                  </a:lnTo>
                  <a:cubicBezTo>
                    <a:pt x="3344" y="1"/>
                    <a:pt x="3648" y="457"/>
                    <a:pt x="3405" y="852"/>
                  </a:cubicBezTo>
                  <a:lnTo>
                    <a:pt x="2645" y="2219"/>
                  </a:lnTo>
                </a:path>
              </a:pathLst>
            </a:custGeom>
            <a:noFill/>
            <a:ln cap="rnd" cmpd="sng" w="12700">
              <a:solidFill>
                <a:srgbClr val="006EED"/>
              </a:solidFill>
              <a:prstDash val="solid"/>
              <a:round/>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0" name="Google Shape;460;p56"/>
            <p:cNvSpPr/>
            <p:nvPr/>
          </p:nvSpPr>
          <p:spPr>
            <a:xfrm>
              <a:off x="4541146" y="2838830"/>
              <a:ext cx="92799" cy="310653"/>
            </a:xfrm>
            <a:custGeom>
              <a:rect b="b" l="l" r="r" t="t"/>
              <a:pathLst>
                <a:path extrusionOk="0" fill="none" h="4074" w="1217">
                  <a:moveTo>
                    <a:pt x="1217" y="4074"/>
                  </a:moveTo>
                  <a:lnTo>
                    <a:pt x="1" y="1"/>
                  </a:lnTo>
                </a:path>
              </a:pathLst>
            </a:custGeom>
            <a:noFill/>
            <a:ln cap="rnd" cmpd="sng" w="12700">
              <a:solidFill>
                <a:srgbClr val="006EED"/>
              </a:solidFill>
              <a:prstDash val="solid"/>
              <a:round/>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1" name="Google Shape;461;p56"/>
            <p:cNvSpPr/>
            <p:nvPr/>
          </p:nvSpPr>
          <p:spPr>
            <a:xfrm>
              <a:off x="4960698" y="4234139"/>
              <a:ext cx="176220" cy="37135"/>
            </a:xfrm>
            <a:custGeom>
              <a:rect b="b" l="l" r="r" t="t"/>
              <a:pathLst>
                <a:path extrusionOk="0" h="487" w="2311">
                  <a:moveTo>
                    <a:pt x="0" y="1"/>
                  </a:moveTo>
                  <a:lnTo>
                    <a:pt x="0" y="487"/>
                  </a:lnTo>
                  <a:lnTo>
                    <a:pt x="2310" y="487"/>
                  </a:lnTo>
                  <a:lnTo>
                    <a:pt x="2310" y="1"/>
                  </a:lnTo>
                  <a:close/>
                </a:path>
              </a:pathLst>
            </a:custGeom>
            <a:solidFill>
              <a:srgbClr val="092242"/>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2" name="Google Shape;462;p56"/>
            <p:cNvSpPr/>
            <p:nvPr/>
          </p:nvSpPr>
          <p:spPr>
            <a:xfrm>
              <a:off x="4038173" y="4099702"/>
              <a:ext cx="1114964" cy="76"/>
            </a:xfrm>
            <a:custGeom>
              <a:rect b="b" l="l" r="r" t="t"/>
              <a:pathLst>
                <a:path extrusionOk="0" fill="none" h="1" w="14622">
                  <a:moveTo>
                    <a:pt x="1" y="1"/>
                  </a:moveTo>
                  <a:lnTo>
                    <a:pt x="14621" y="1"/>
                  </a:lnTo>
                </a:path>
              </a:pathLst>
            </a:custGeom>
            <a:noFill/>
            <a:ln cap="flat" cmpd="sng" w="4050">
              <a:solidFill>
                <a:srgbClr val="09224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3" name="Google Shape;463;p56"/>
            <p:cNvSpPr/>
            <p:nvPr/>
          </p:nvSpPr>
          <p:spPr>
            <a:xfrm>
              <a:off x="4038173" y="3816950"/>
              <a:ext cx="1114964" cy="76"/>
            </a:xfrm>
            <a:custGeom>
              <a:rect b="b" l="l" r="r" t="t"/>
              <a:pathLst>
                <a:path extrusionOk="0" fill="none" h="1" w="14622">
                  <a:moveTo>
                    <a:pt x="1" y="0"/>
                  </a:moveTo>
                  <a:lnTo>
                    <a:pt x="14621" y="0"/>
                  </a:lnTo>
                </a:path>
              </a:pathLst>
            </a:custGeom>
            <a:noFill/>
            <a:ln cap="flat" cmpd="sng" w="4050">
              <a:solidFill>
                <a:srgbClr val="09224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4" name="Google Shape;464;p56"/>
            <p:cNvSpPr/>
            <p:nvPr/>
          </p:nvSpPr>
          <p:spPr>
            <a:xfrm>
              <a:off x="2932637" y="3816950"/>
              <a:ext cx="1149659" cy="289760"/>
            </a:xfrm>
            <a:custGeom>
              <a:rect b="b" l="l" r="r" t="t"/>
              <a:pathLst>
                <a:path extrusionOk="0" fill="none" h="3800" w="15077">
                  <a:moveTo>
                    <a:pt x="14833" y="0"/>
                  </a:moveTo>
                  <a:lnTo>
                    <a:pt x="0" y="1125"/>
                  </a:lnTo>
                  <a:lnTo>
                    <a:pt x="0" y="2645"/>
                  </a:lnTo>
                  <a:lnTo>
                    <a:pt x="15076" y="3800"/>
                  </a:lnTo>
                </a:path>
              </a:pathLst>
            </a:custGeom>
            <a:noFill/>
            <a:ln cap="flat" cmpd="sng" w="4050">
              <a:solidFill>
                <a:srgbClr val="09224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5" name="Google Shape;465;p56"/>
            <p:cNvSpPr/>
            <p:nvPr/>
          </p:nvSpPr>
          <p:spPr>
            <a:xfrm>
              <a:off x="4986167" y="3793768"/>
              <a:ext cx="333833" cy="338485"/>
            </a:xfrm>
            <a:custGeom>
              <a:rect b="b" l="l" r="r" t="t"/>
              <a:pathLst>
                <a:path extrusionOk="0" h="4439" w="4378">
                  <a:moveTo>
                    <a:pt x="2189" y="1"/>
                  </a:moveTo>
                  <a:cubicBezTo>
                    <a:pt x="973" y="31"/>
                    <a:pt x="1" y="1004"/>
                    <a:pt x="1" y="2219"/>
                  </a:cubicBezTo>
                  <a:cubicBezTo>
                    <a:pt x="1" y="3435"/>
                    <a:pt x="973" y="4438"/>
                    <a:pt x="2189" y="4438"/>
                  </a:cubicBezTo>
                  <a:cubicBezTo>
                    <a:pt x="3405" y="4438"/>
                    <a:pt x="4378" y="3435"/>
                    <a:pt x="4378" y="2219"/>
                  </a:cubicBezTo>
                  <a:cubicBezTo>
                    <a:pt x="4378" y="1004"/>
                    <a:pt x="3405" y="1"/>
                    <a:pt x="2189" y="1"/>
                  </a:cubicBezTo>
                  <a:close/>
                </a:path>
              </a:pathLst>
            </a:custGeom>
            <a:solidFill>
              <a:srgbClr val="F7AC2D"/>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6" name="Google Shape;466;p56"/>
            <p:cNvSpPr/>
            <p:nvPr/>
          </p:nvSpPr>
          <p:spPr>
            <a:xfrm>
              <a:off x="2856154" y="3886341"/>
              <a:ext cx="150675" cy="153191"/>
            </a:xfrm>
            <a:custGeom>
              <a:rect b="b" l="l" r="r" t="t"/>
              <a:pathLst>
                <a:path extrusionOk="0" h="2009" w="1976">
                  <a:moveTo>
                    <a:pt x="924" y="1"/>
                  </a:moveTo>
                  <a:cubicBezTo>
                    <a:pt x="428" y="1"/>
                    <a:pt x="0" y="446"/>
                    <a:pt x="0" y="1005"/>
                  </a:cubicBezTo>
                  <a:cubicBezTo>
                    <a:pt x="0" y="1583"/>
                    <a:pt x="456" y="2008"/>
                    <a:pt x="973" y="2008"/>
                  </a:cubicBezTo>
                  <a:cubicBezTo>
                    <a:pt x="1550" y="2008"/>
                    <a:pt x="1976" y="1553"/>
                    <a:pt x="1976" y="1005"/>
                  </a:cubicBezTo>
                  <a:cubicBezTo>
                    <a:pt x="1976" y="428"/>
                    <a:pt x="1520" y="2"/>
                    <a:pt x="973" y="2"/>
                  </a:cubicBezTo>
                  <a:cubicBezTo>
                    <a:pt x="956" y="1"/>
                    <a:pt x="940" y="1"/>
                    <a:pt x="924" y="1"/>
                  </a:cubicBezTo>
                  <a:close/>
                </a:path>
              </a:pathLst>
            </a:custGeom>
            <a:solidFill>
              <a:srgbClr val="F7AC2D"/>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7" name="Google Shape;467;p56"/>
            <p:cNvSpPr/>
            <p:nvPr/>
          </p:nvSpPr>
          <p:spPr>
            <a:xfrm>
              <a:off x="5034817" y="3962977"/>
              <a:ext cx="118344" cy="289760"/>
            </a:xfrm>
            <a:custGeom>
              <a:rect b="b" l="l" r="r" t="t"/>
              <a:pathLst>
                <a:path extrusionOk="0" fill="none" h="3800" w="1552">
                  <a:moveTo>
                    <a:pt x="1551" y="0"/>
                  </a:moveTo>
                  <a:lnTo>
                    <a:pt x="1" y="3800"/>
                  </a:lnTo>
                </a:path>
              </a:pathLst>
            </a:custGeom>
            <a:noFill/>
            <a:ln cap="flat" cmpd="sng" w="5075">
              <a:solidFill>
                <a:srgbClr val="0B2B5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8" name="Google Shape;468;p56"/>
            <p:cNvSpPr/>
            <p:nvPr/>
          </p:nvSpPr>
          <p:spPr>
            <a:xfrm>
              <a:off x="3827253" y="4234139"/>
              <a:ext cx="176220" cy="37135"/>
            </a:xfrm>
            <a:custGeom>
              <a:rect b="b" l="l" r="r" t="t"/>
              <a:pathLst>
                <a:path extrusionOk="0" h="487" w="2311">
                  <a:moveTo>
                    <a:pt x="1" y="1"/>
                  </a:moveTo>
                  <a:lnTo>
                    <a:pt x="1" y="487"/>
                  </a:lnTo>
                  <a:lnTo>
                    <a:pt x="2311" y="487"/>
                  </a:lnTo>
                  <a:lnTo>
                    <a:pt x="2311" y="1"/>
                  </a:lnTo>
                  <a:close/>
                </a:path>
              </a:pathLst>
            </a:custGeom>
            <a:solidFill>
              <a:srgbClr val="092242"/>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69" name="Google Shape;469;p56"/>
            <p:cNvSpPr/>
            <p:nvPr/>
          </p:nvSpPr>
          <p:spPr>
            <a:xfrm>
              <a:off x="3852798" y="3793768"/>
              <a:ext cx="336121" cy="338485"/>
            </a:xfrm>
            <a:custGeom>
              <a:rect b="b" l="l" r="r" t="t"/>
              <a:pathLst>
                <a:path extrusionOk="0" h="4439" w="4408">
                  <a:moveTo>
                    <a:pt x="2189" y="1"/>
                  </a:moveTo>
                  <a:cubicBezTo>
                    <a:pt x="973" y="31"/>
                    <a:pt x="0" y="1004"/>
                    <a:pt x="0" y="2219"/>
                  </a:cubicBezTo>
                  <a:cubicBezTo>
                    <a:pt x="0" y="3435"/>
                    <a:pt x="973" y="4438"/>
                    <a:pt x="2189" y="4438"/>
                  </a:cubicBezTo>
                  <a:cubicBezTo>
                    <a:pt x="3405" y="4438"/>
                    <a:pt x="4408" y="3435"/>
                    <a:pt x="4408" y="2219"/>
                  </a:cubicBezTo>
                  <a:cubicBezTo>
                    <a:pt x="4408" y="1004"/>
                    <a:pt x="3405" y="1"/>
                    <a:pt x="2189" y="1"/>
                  </a:cubicBezTo>
                  <a:close/>
                </a:path>
              </a:pathLst>
            </a:custGeom>
            <a:solidFill>
              <a:srgbClr val="F7AC2D"/>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0" name="Google Shape;470;p56"/>
            <p:cNvSpPr/>
            <p:nvPr/>
          </p:nvSpPr>
          <p:spPr>
            <a:xfrm>
              <a:off x="3901449" y="3962977"/>
              <a:ext cx="118268" cy="289760"/>
            </a:xfrm>
            <a:custGeom>
              <a:rect b="b" l="l" r="r" t="t"/>
              <a:pathLst>
                <a:path extrusionOk="0" fill="none" h="3800" w="1551">
                  <a:moveTo>
                    <a:pt x="1551" y="0"/>
                  </a:moveTo>
                  <a:lnTo>
                    <a:pt x="0" y="3800"/>
                  </a:lnTo>
                </a:path>
              </a:pathLst>
            </a:custGeom>
            <a:noFill/>
            <a:ln cap="flat" cmpd="sng" w="5075">
              <a:solidFill>
                <a:srgbClr val="092242"/>
              </a:solidFill>
              <a:prstDash val="solid"/>
              <a:miter lim="30395"/>
              <a:headEnd len="sm" w="sm" type="none"/>
              <a:tailEnd len="sm" w="sm" type="none"/>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1" name="Google Shape;471;p56"/>
            <p:cNvSpPr/>
            <p:nvPr/>
          </p:nvSpPr>
          <p:spPr>
            <a:xfrm>
              <a:off x="5943464" y="2207745"/>
              <a:ext cx="263757" cy="66263"/>
            </a:xfrm>
            <a:custGeom>
              <a:rect b="b" l="l" r="r" t="t"/>
              <a:pathLst>
                <a:path extrusionOk="0" h="869" w="3459">
                  <a:moveTo>
                    <a:pt x="3245" y="0"/>
                  </a:moveTo>
                  <a:cubicBezTo>
                    <a:pt x="3222" y="0"/>
                    <a:pt x="3194" y="3"/>
                    <a:pt x="3161" y="9"/>
                  </a:cubicBezTo>
                  <a:cubicBezTo>
                    <a:pt x="2827" y="9"/>
                    <a:pt x="0" y="222"/>
                    <a:pt x="0" y="222"/>
                  </a:cubicBezTo>
                  <a:cubicBezTo>
                    <a:pt x="0" y="222"/>
                    <a:pt x="52" y="718"/>
                    <a:pt x="471" y="718"/>
                  </a:cubicBezTo>
                  <a:cubicBezTo>
                    <a:pt x="504" y="718"/>
                    <a:pt x="540" y="715"/>
                    <a:pt x="578" y="708"/>
                  </a:cubicBezTo>
                  <a:cubicBezTo>
                    <a:pt x="650" y="696"/>
                    <a:pt x="722" y="691"/>
                    <a:pt x="793" y="691"/>
                  </a:cubicBezTo>
                  <a:cubicBezTo>
                    <a:pt x="1211" y="691"/>
                    <a:pt x="1608" y="868"/>
                    <a:pt x="1970" y="868"/>
                  </a:cubicBezTo>
                  <a:cubicBezTo>
                    <a:pt x="2013" y="868"/>
                    <a:pt x="2055" y="866"/>
                    <a:pt x="2097" y="860"/>
                  </a:cubicBezTo>
                  <a:cubicBezTo>
                    <a:pt x="2553" y="830"/>
                    <a:pt x="2584" y="374"/>
                    <a:pt x="2979" y="313"/>
                  </a:cubicBezTo>
                  <a:cubicBezTo>
                    <a:pt x="3280" y="231"/>
                    <a:pt x="3458" y="0"/>
                    <a:pt x="3245" y="0"/>
                  </a:cubicBezTo>
                  <a:close/>
                </a:path>
              </a:pathLst>
            </a:custGeom>
            <a:solidFill>
              <a:srgbClr val="E68CA3"/>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2" name="Google Shape;472;p56"/>
            <p:cNvSpPr/>
            <p:nvPr/>
          </p:nvSpPr>
          <p:spPr>
            <a:xfrm>
              <a:off x="5904040" y="2767531"/>
              <a:ext cx="210991" cy="102102"/>
            </a:xfrm>
            <a:custGeom>
              <a:rect b="b" l="l" r="r" t="t"/>
              <a:pathLst>
                <a:path extrusionOk="0" h="1339" w="2767">
                  <a:moveTo>
                    <a:pt x="2278" y="1"/>
                  </a:moveTo>
                  <a:cubicBezTo>
                    <a:pt x="1916" y="1"/>
                    <a:pt x="1361" y="423"/>
                    <a:pt x="1130" y="423"/>
                  </a:cubicBezTo>
                  <a:cubicBezTo>
                    <a:pt x="1117" y="423"/>
                    <a:pt x="1105" y="421"/>
                    <a:pt x="1095" y="419"/>
                  </a:cubicBezTo>
                  <a:cubicBezTo>
                    <a:pt x="882" y="328"/>
                    <a:pt x="426" y="54"/>
                    <a:pt x="426" y="54"/>
                  </a:cubicBezTo>
                  <a:lnTo>
                    <a:pt x="0" y="510"/>
                  </a:lnTo>
                  <a:cubicBezTo>
                    <a:pt x="0" y="510"/>
                    <a:pt x="1034" y="1088"/>
                    <a:pt x="1551" y="1270"/>
                  </a:cubicBezTo>
                  <a:cubicBezTo>
                    <a:pt x="1647" y="1318"/>
                    <a:pt x="1719" y="1339"/>
                    <a:pt x="1774" y="1339"/>
                  </a:cubicBezTo>
                  <a:cubicBezTo>
                    <a:pt x="1998" y="1339"/>
                    <a:pt x="1963" y="1003"/>
                    <a:pt x="2280" y="784"/>
                  </a:cubicBezTo>
                  <a:cubicBezTo>
                    <a:pt x="2645" y="480"/>
                    <a:pt x="2766" y="328"/>
                    <a:pt x="2462" y="54"/>
                  </a:cubicBezTo>
                  <a:cubicBezTo>
                    <a:pt x="2411" y="16"/>
                    <a:pt x="2348" y="1"/>
                    <a:pt x="2278" y="1"/>
                  </a:cubicBezTo>
                  <a:close/>
                </a:path>
              </a:pathLst>
            </a:custGeom>
            <a:solidFill>
              <a:srgbClr val="E68CA3"/>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3" name="Google Shape;473;p56"/>
            <p:cNvSpPr/>
            <p:nvPr/>
          </p:nvSpPr>
          <p:spPr>
            <a:xfrm>
              <a:off x="5016287" y="4099702"/>
              <a:ext cx="200849" cy="138322"/>
            </a:xfrm>
            <a:custGeom>
              <a:rect b="b" l="l" r="r" t="t"/>
              <a:pathLst>
                <a:path extrusionOk="0" h="1814" w="2634">
                  <a:moveTo>
                    <a:pt x="1" y="1"/>
                  </a:moveTo>
                  <a:lnTo>
                    <a:pt x="1" y="1794"/>
                  </a:lnTo>
                  <a:cubicBezTo>
                    <a:pt x="1" y="1794"/>
                    <a:pt x="571" y="1813"/>
                    <a:pt x="1175" y="1813"/>
                  </a:cubicBezTo>
                  <a:cubicBezTo>
                    <a:pt x="1881" y="1813"/>
                    <a:pt x="2634" y="1787"/>
                    <a:pt x="2584" y="1672"/>
                  </a:cubicBezTo>
                  <a:cubicBezTo>
                    <a:pt x="2524" y="1399"/>
                    <a:pt x="1612" y="1338"/>
                    <a:pt x="1338" y="1186"/>
                  </a:cubicBezTo>
                  <a:cubicBezTo>
                    <a:pt x="1034" y="1034"/>
                    <a:pt x="1065" y="1"/>
                    <a:pt x="1065" y="1"/>
                  </a:cubicBezTo>
                  <a:close/>
                </a:path>
              </a:pathLst>
            </a:custGeom>
            <a:solidFill>
              <a:srgbClr val="C76C1F"/>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4" name="Google Shape;474;p56"/>
            <p:cNvSpPr/>
            <p:nvPr/>
          </p:nvSpPr>
          <p:spPr>
            <a:xfrm>
              <a:off x="3841208" y="4030158"/>
              <a:ext cx="222581" cy="212592"/>
            </a:xfrm>
            <a:custGeom>
              <a:rect b="b" l="l" r="r" t="t"/>
              <a:pathLst>
                <a:path extrusionOk="0" h="2788" w="2919">
                  <a:moveTo>
                    <a:pt x="0" y="1"/>
                  </a:moveTo>
                  <a:cubicBezTo>
                    <a:pt x="0" y="1"/>
                    <a:pt x="487" y="1490"/>
                    <a:pt x="547" y="1794"/>
                  </a:cubicBezTo>
                  <a:cubicBezTo>
                    <a:pt x="639" y="2098"/>
                    <a:pt x="304" y="2706"/>
                    <a:pt x="547" y="2706"/>
                  </a:cubicBezTo>
                  <a:cubicBezTo>
                    <a:pt x="770" y="2706"/>
                    <a:pt x="1750" y="2787"/>
                    <a:pt x="2378" y="2787"/>
                  </a:cubicBezTo>
                  <a:cubicBezTo>
                    <a:pt x="2692" y="2787"/>
                    <a:pt x="2918" y="2767"/>
                    <a:pt x="2918" y="2706"/>
                  </a:cubicBezTo>
                  <a:cubicBezTo>
                    <a:pt x="2918" y="2493"/>
                    <a:pt x="1976" y="2341"/>
                    <a:pt x="1672" y="2098"/>
                  </a:cubicBezTo>
                  <a:cubicBezTo>
                    <a:pt x="1338" y="1825"/>
                    <a:pt x="1094" y="31"/>
                    <a:pt x="1094" y="31"/>
                  </a:cubicBezTo>
                  <a:lnTo>
                    <a:pt x="1094" y="1"/>
                  </a:lnTo>
                  <a:close/>
                </a:path>
              </a:pathLst>
            </a:custGeom>
            <a:solidFill>
              <a:srgbClr val="C76C1F"/>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5" name="Google Shape;475;p56"/>
            <p:cNvSpPr/>
            <p:nvPr/>
          </p:nvSpPr>
          <p:spPr>
            <a:xfrm>
              <a:off x="3498139" y="2769285"/>
              <a:ext cx="484508" cy="1284092"/>
            </a:xfrm>
            <a:custGeom>
              <a:rect b="b" l="l" r="r" t="t"/>
              <a:pathLst>
                <a:path extrusionOk="0" h="16840" w="6354">
                  <a:moveTo>
                    <a:pt x="4074" y="1"/>
                  </a:moveTo>
                  <a:lnTo>
                    <a:pt x="1308" y="153"/>
                  </a:lnTo>
                  <a:cubicBezTo>
                    <a:pt x="1" y="3922"/>
                    <a:pt x="3162" y="9666"/>
                    <a:pt x="3162" y="9666"/>
                  </a:cubicBezTo>
                  <a:lnTo>
                    <a:pt x="4074" y="16840"/>
                  </a:lnTo>
                  <a:lnTo>
                    <a:pt x="6353" y="16840"/>
                  </a:lnTo>
                  <a:lnTo>
                    <a:pt x="4074" y="1"/>
                  </a:lnTo>
                  <a:close/>
                </a:path>
              </a:pathLst>
            </a:custGeom>
            <a:solidFill>
              <a:srgbClr val="006EED"/>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6" name="Google Shape;476;p56"/>
            <p:cNvSpPr/>
            <p:nvPr/>
          </p:nvSpPr>
          <p:spPr>
            <a:xfrm>
              <a:off x="3843495" y="2050584"/>
              <a:ext cx="250413" cy="280685"/>
            </a:xfrm>
            <a:custGeom>
              <a:rect b="b" l="l" r="r" t="t"/>
              <a:pathLst>
                <a:path extrusionOk="0" h="3681" w="3284">
                  <a:moveTo>
                    <a:pt x="1800" y="0"/>
                  </a:moveTo>
                  <a:cubicBezTo>
                    <a:pt x="1175" y="0"/>
                    <a:pt x="569" y="291"/>
                    <a:pt x="548" y="854"/>
                  </a:cubicBezTo>
                  <a:cubicBezTo>
                    <a:pt x="487" y="1675"/>
                    <a:pt x="1" y="3225"/>
                    <a:pt x="1" y="3225"/>
                  </a:cubicBezTo>
                  <a:lnTo>
                    <a:pt x="1490" y="3681"/>
                  </a:lnTo>
                  <a:cubicBezTo>
                    <a:pt x="1490" y="3681"/>
                    <a:pt x="1764" y="2921"/>
                    <a:pt x="1976" y="2678"/>
                  </a:cubicBezTo>
                  <a:cubicBezTo>
                    <a:pt x="2059" y="2585"/>
                    <a:pt x="2138" y="2558"/>
                    <a:pt x="2224" y="2558"/>
                  </a:cubicBezTo>
                  <a:cubicBezTo>
                    <a:pt x="2333" y="2558"/>
                    <a:pt x="2453" y="2601"/>
                    <a:pt x="2602" y="2601"/>
                  </a:cubicBezTo>
                  <a:cubicBezTo>
                    <a:pt x="2679" y="2601"/>
                    <a:pt x="2763" y="2590"/>
                    <a:pt x="2858" y="2556"/>
                  </a:cubicBezTo>
                  <a:cubicBezTo>
                    <a:pt x="3283" y="2435"/>
                    <a:pt x="3010" y="1705"/>
                    <a:pt x="3010" y="1705"/>
                  </a:cubicBezTo>
                  <a:lnTo>
                    <a:pt x="3131" y="1705"/>
                  </a:lnTo>
                  <a:cubicBezTo>
                    <a:pt x="3131" y="1705"/>
                    <a:pt x="3010" y="1401"/>
                    <a:pt x="2979" y="1067"/>
                  </a:cubicBezTo>
                  <a:cubicBezTo>
                    <a:pt x="2979" y="763"/>
                    <a:pt x="2827" y="307"/>
                    <a:pt x="2615" y="185"/>
                  </a:cubicBezTo>
                  <a:cubicBezTo>
                    <a:pt x="2376" y="61"/>
                    <a:pt x="2086" y="0"/>
                    <a:pt x="1800" y="0"/>
                  </a:cubicBezTo>
                  <a:close/>
                </a:path>
              </a:pathLst>
            </a:custGeom>
            <a:solidFill>
              <a:srgbClr val="E68CA3"/>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7" name="Google Shape;477;p56"/>
            <p:cNvSpPr/>
            <p:nvPr/>
          </p:nvSpPr>
          <p:spPr>
            <a:xfrm>
              <a:off x="3447125" y="2288652"/>
              <a:ext cx="554051" cy="517754"/>
            </a:xfrm>
            <a:custGeom>
              <a:rect b="b" l="l" r="r" t="t"/>
              <a:pathLst>
                <a:path extrusionOk="0" h="6790" w="7266">
                  <a:moveTo>
                    <a:pt x="5801" y="0"/>
                  </a:moveTo>
                  <a:cubicBezTo>
                    <a:pt x="5363" y="0"/>
                    <a:pt x="4884" y="144"/>
                    <a:pt x="4530" y="498"/>
                  </a:cubicBezTo>
                  <a:cubicBezTo>
                    <a:pt x="3800" y="1167"/>
                    <a:pt x="3071" y="4814"/>
                    <a:pt x="2615" y="5513"/>
                  </a:cubicBezTo>
                  <a:cubicBezTo>
                    <a:pt x="2098" y="6243"/>
                    <a:pt x="1" y="6790"/>
                    <a:pt x="1825" y="6790"/>
                  </a:cubicBezTo>
                  <a:lnTo>
                    <a:pt x="4925" y="6790"/>
                  </a:lnTo>
                  <a:cubicBezTo>
                    <a:pt x="5655" y="6790"/>
                    <a:pt x="5746" y="6152"/>
                    <a:pt x="6080" y="5209"/>
                  </a:cubicBezTo>
                  <a:cubicBezTo>
                    <a:pt x="6414" y="4267"/>
                    <a:pt x="7174" y="3598"/>
                    <a:pt x="7205" y="2778"/>
                  </a:cubicBezTo>
                  <a:cubicBezTo>
                    <a:pt x="7266" y="1927"/>
                    <a:pt x="7174" y="802"/>
                    <a:pt x="6810" y="346"/>
                  </a:cubicBezTo>
                  <a:cubicBezTo>
                    <a:pt x="6615" y="136"/>
                    <a:pt x="6228" y="0"/>
                    <a:pt x="5801" y="0"/>
                  </a:cubicBezTo>
                  <a:close/>
                </a:path>
              </a:pathLst>
            </a:custGeom>
            <a:solidFill>
              <a:srgbClr val="ED0F51"/>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8" name="Google Shape;478;p56"/>
            <p:cNvSpPr/>
            <p:nvPr/>
          </p:nvSpPr>
          <p:spPr>
            <a:xfrm>
              <a:off x="3910752" y="2025268"/>
              <a:ext cx="132146" cy="166993"/>
            </a:xfrm>
            <a:custGeom>
              <a:rect b="b" l="l" r="r" t="t"/>
              <a:pathLst>
                <a:path extrusionOk="0" h="2190" w="1733">
                  <a:moveTo>
                    <a:pt x="821" y="1"/>
                  </a:moveTo>
                  <a:cubicBezTo>
                    <a:pt x="821" y="1"/>
                    <a:pt x="0" y="913"/>
                    <a:pt x="0" y="2189"/>
                  </a:cubicBezTo>
                  <a:cubicBezTo>
                    <a:pt x="0" y="2189"/>
                    <a:pt x="730" y="943"/>
                    <a:pt x="1733" y="517"/>
                  </a:cubicBezTo>
                  <a:lnTo>
                    <a:pt x="821" y="1"/>
                  </a:lnTo>
                  <a:close/>
                </a:path>
              </a:pathLst>
            </a:custGeom>
            <a:solidFill>
              <a:srgbClr val="ED0F51"/>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79" name="Google Shape;479;p56"/>
            <p:cNvSpPr/>
            <p:nvPr/>
          </p:nvSpPr>
          <p:spPr>
            <a:xfrm>
              <a:off x="3806436" y="2312672"/>
              <a:ext cx="797372" cy="524388"/>
            </a:xfrm>
            <a:custGeom>
              <a:rect b="b" l="l" r="r" t="t"/>
              <a:pathLst>
                <a:path extrusionOk="0" h="6877" w="10457">
                  <a:moveTo>
                    <a:pt x="896" y="0"/>
                  </a:moveTo>
                  <a:cubicBezTo>
                    <a:pt x="826" y="0"/>
                    <a:pt x="760" y="10"/>
                    <a:pt x="699" y="31"/>
                  </a:cubicBezTo>
                  <a:cubicBezTo>
                    <a:pt x="213" y="183"/>
                    <a:pt x="0" y="791"/>
                    <a:pt x="730" y="1399"/>
                  </a:cubicBezTo>
                  <a:cubicBezTo>
                    <a:pt x="1429" y="2037"/>
                    <a:pt x="3192" y="4013"/>
                    <a:pt x="4316" y="4712"/>
                  </a:cubicBezTo>
                  <a:cubicBezTo>
                    <a:pt x="5441" y="5381"/>
                    <a:pt x="8572" y="6445"/>
                    <a:pt x="8997" y="6749"/>
                  </a:cubicBezTo>
                  <a:cubicBezTo>
                    <a:pt x="9122" y="6837"/>
                    <a:pt x="9298" y="6877"/>
                    <a:pt x="9486" y="6877"/>
                  </a:cubicBezTo>
                  <a:cubicBezTo>
                    <a:pt x="9939" y="6877"/>
                    <a:pt x="10456" y="6646"/>
                    <a:pt x="10456" y="6323"/>
                  </a:cubicBezTo>
                  <a:cubicBezTo>
                    <a:pt x="10456" y="5981"/>
                    <a:pt x="9452" y="5958"/>
                    <a:pt x="9184" y="5958"/>
                  </a:cubicBezTo>
                  <a:cubicBezTo>
                    <a:pt x="9143" y="5958"/>
                    <a:pt x="9119" y="5958"/>
                    <a:pt x="9119" y="5958"/>
                  </a:cubicBezTo>
                  <a:lnTo>
                    <a:pt x="5168" y="3739"/>
                  </a:lnTo>
                  <a:cubicBezTo>
                    <a:pt x="5168" y="3739"/>
                    <a:pt x="2253" y="0"/>
                    <a:pt x="896" y="0"/>
                  </a:cubicBezTo>
                  <a:close/>
                </a:path>
              </a:pathLst>
            </a:custGeom>
            <a:solidFill>
              <a:srgbClr val="E68CA3"/>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80" name="Google Shape;480;p56"/>
            <p:cNvSpPr/>
            <p:nvPr/>
          </p:nvSpPr>
          <p:spPr>
            <a:xfrm>
              <a:off x="3516669" y="2004908"/>
              <a:ext cx="456676" cy="493354"/>
            </a:xfrm>
            <a:custGeom>
              <a:rect b="b" l="l" r="r" t="t"/>
              <a:pathLst>
                <a:path extrusionOk="0" h="6470" w="5989">
                  <a:moveTo>
                    <a:pt x="5287" y="1"/>
                  </a:moveTo>
                  <a:cubicBezTo>
                    <a:pt x="4581" y="1"/>
                    <a:pt x="4212" y="913"/>
                    <a:pt x="3952" y="1149"/>
                  </a:cubicBezTo>
                  <a:cubicBezTo>
                    <a:pt x="3648" y="1453"/>
                    <a:pt x="3648" y="1210"/>
                    <a:pt x="2980" y="1484"/>
                  </a:cubicBezTo>
                  <a:cubicBezTo>
                    <a:pt x="2341" y="1757"/>
                    <a:pt x="2584" y="2426"/>
                    <a:pt x="1946" y="2882"/>
                  </a:cubicBezTo>
                  <a:cubicBezTo>
                    <a:pt x="1277" y="3338"/>
                    <a:pt x="761" y="3429"/>
                    <a:pt x="487" y="4067"/>
                  </a:cubicBezTo>
                  <a:cubicBezTo>
                    <a:pt x="214" y="4705"/>
                    <a:pt x="1" y="6073"/>
                    <a:pt x="1855" y="6408"/>
                  </a:cubicBezTo>
                  <a:cubicBezTo>
                    <a:pt x="2054" y="6450"/>
                    <a:pt x="2236" y="6469"/>
                    <a:pt x="2403" y="6469"/>
                  </a:cubicBezTo>
                  <a:cubicBezTo>
                    <a:pt x="3794" y="6469"/>
                    <a:pt x="4143" y="5133"/>
                    <a:pt x="4469" y="4645"/>
                  </a:cubicBezTo>
                  <a:cubicBezTo>
                    <a:pt x="4864" y="4067"/>
                    <a:pt x="4925" y="3277"/>
                    <a:pt x="5168" y="2456"/>
                  </a:cubicBezTo>
                  <a:lnTo>
                    <a:pt x="5989" y="268"/>
                  </a:lnTo>
                  <a:cubicBezTo>
                    <a:pt x="5723" y="77"/>
                    <a:pt x="5491" y="1"/>
                    <a:pt x="5287" y="1"/>
                  </a:cubicBezTo>
                  <a:close/>
                </a:path>
              </a:pathLst>
            </a:custGeom>
            <a:solidFill>
              <a:srgbClr val="092242"/>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81" name="Google Shape;481;p56"/>
            <p:cNvSpPr/>
            <p:nvPr/>
          </p:nvSpPr>
          <p:spPr>
            <a:xfrm>
              <a:off x="4747414" y="2806345"/>
              <a:ext cx="384846" cy="1325878"/>
            </a:xfrm>
            <a:custGeom>
              <a:rect b="b" l="l" r="r" t="t"/>
              <a:pathLst>
                <a:path extrusionOk="0" h="17388" w="5047">
                  <a:moveTo>
                    <a:pt x="4712" y="1"/>
                  </a:moveTo>
                  <a:lnTo>
                    <a:pt x="4712" y="62"/>
                  </a:lnTo>
                  <a:lnTo>
                    <a:pt x="1034" y="62"/>
                  </a:lnTo>
                  <a:cubicBezTo>
                    <a:pt x="1" y="2524"/>
                    <a:pt x="2250" y="8451"/>
                    <a:pt x="2250" y="8451"/>
                  </a:cubicBezTo>
                  <a:lnTo>
                    <a:pt x="3101" y="17387"/>
                  </a:lnTo>
                  <a:lnTo>
                    <a:pt x="5047" y="17387"/>
                  </a:lnTo>
                  <a:lnTo>
                    <a:pt x="4712" y="1"/>
                  </a:lnTo>
                  <a:close/>
                </a:path>
              </a:pathLst>
            </a:custGeom>
            <a:solidFill>
              <a:srgbClr val="006EED"/>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82" name="Google Shape;482;p56"/>
            <p:cNvSpPr/>
            <p:nvPr/>
          </p:nvSpPr>
          <p:spPr>
            <a:xfrm>
              <a:off x="5109012" y="2013677"/>
              <a:ext cx="262004" cy="255065"/>
            </a:xfrm>
            <a:custGeom>
              <a:rect b="b" l="l" r="r" t="t"/>
              <a:pathLst>
                <a:path extrusionOk="0" h="3345" w="3436">
                  <a:moveTo>
                    <a:pt x="153" y="1"/>
                  </a:moveTo>
                  <a:lnTo>
                    <a:pt x="396" y="1733"/>
                  </a:lnTo>
                  <a:lnTo>
                    <a:pt x="1" y="3162"/>
                  </a:lnTo>
                  <a:lnTo>
                    <a:pt x="1855" y="3344"/>
                  </a:lnTo>
                  <a:lnTo>
                    <a:pt x="2220" y="2250"/>
                  </a:lnTo>
                  <a:lnTo>
                    <a:pt x="3101" y="2250"/>
                  </a:lnTo>
                  <a:lnTo>
                    <a:pt x="3101" y="1186"/>
                  </a:lnTo>
                  <a:lnTo>
                    <a:pt x="3435" y="1186"/>
                  </a:lnTo>
                  <a:lnTo>
                    <a:pt x="3131" y="153"/>
                  </a:lnTo>
                  <a:lnTo>
                    <a:pt x="153" y="1"/>
                  </a:lnTo>
                  <a:close/>
                </a:path>
              </a:pathLst>
            </a:custGeom>
            <a:solidFill>
              <a:srgbClr val="E68CA3"/>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83" name="Google Shape;483;p56"/>
            <p:cNvSpPr/>
            <p:nvPr/>
          </p:nvSpPr>
          <p:spPr>
            <a:xfrm>
              <a:off x="5241161" y="2213007"/>
              <a:ext cx="748723" cy="199400"/>
            </a:xfrm>
            <a:custGeom>
              <a:rect b="b" l="l" r="r" t="t"/>
              <a:pathLst>
                <a:path extrusionOk="0" h="2615" w="9819">
                  <a:moveTo>
                    <a:pt x="9727" y="1"/>
                  </a:moveTo>
                  <a:lnTo>
                    <a:pt x="0" y="578"/>
                  </a:lnTo>
                  <a:lnTo>
                    <a:pt x="395" y="2615"/>
                  </a:lnTo>
                  <a:lnTo>
                    <a:pt x="9818" y="913"/>
                  </a:lnTo>
                  <a:lnTo>
                    <a:pt x="9727" y="1"/>
                  </a:lnTo>
                  <a:close/>
                </a:path>
              </a:pathLst>
            </a:custGeom>
            <a:solidFill>
              <a:srgbClr val="ED0F51"/>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84" name="Google Shape;484;p56"/>
            <p:cNvSpPr/>
            <p:nvPr/>
          </p:nvSpPr>
          <p:spPr>
            <a:xfrm>
              <a:off x="4652401" y="2224598"/>
              <a:ext cx="1307273" cy="614290"/>
            </a:xfrm>
            <a:custGeom>
              <a:rect b="b" l="l" r="r" t="t"/>
              <a:pathLst>
                <a:path extrusionOk="0" h="8056" w="17144">
                  <a:moveTo>
                    <a:pt x="7539" y="1"/>
                  </a:moveTo>
                  <a:cubicBezTo>
                    <a:pt x="5563" y="1"/>
                    <a:pt x="5259" y="213"/>
                    <a:pt x="4590" y="2007"/>
                  </a:cubicBezTo>
                  <a:cubicBezTo>
                    <a:pt x="3952" y="3831"/>
                    <a:pt x="1" y="7873"/>
                    <a:pt x="2311" y="8056"/>
                  </a:cubicBezTo>
                  <a:lnTo>
                    <a:pt x="6870" y="8056"/>
                  </a:lnTo>
                  <a:cubicBezTo>
                    <a:pt x="6870" y="8056"/>
                    <a:pt x="6688" y="7417"/>
                    <a:pt x="7022" y="6384"/>
                  </a:cubicBezTo>
                  <a:cubicBezTo>
                    <a:pt x="7356" y="5350"/>
                    <a:pt x="8238" y="3405"/>
                    <a:pt x="8238" y="3405"/>
                  </a:cubicBezTo>
                  <a:lnTo>
                    <a:pt x="9910" y="5138"/>
                  </a:lnTo>
                  <a:cubicBezTo>
                    <a:pt x="10487" y="5685"/>
                    <a:pt x="11156" y="6110"/>
                    <a:pt x="11916" y="6353"/>
                  </a:cubicBezTo>
                  <a:lnTo>
                    <a:pt x="16627" y="7812"/>
                  </a:lnTo>
                  <a:lnTo>
                    <a:pt x="17144" y="7296"/>
                  </a:lnTo>
                  <a:lnTo>
                    <a:pt x="12189" y="4894"/>
                  </a:lnTo>
                  <a:cubicBezTo>
                    <a:pt x="12189" y="4894"/>
                    <a:pt x="8967" y="1"/>
                    <a:pt x="7539" y="1"/>
                  </a:cubicBezTo>
                  <a:close/>
                </a:path>
              </a:pathLst>
            </a:custGeom>
            <a:solidFill>
              <a:srgbClr val="ED0F51"/>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sp>
          <p:nvSpPr>
            <p:cNvPr id="485" name="Google Shape;485;p56"/>
            <p:cNvSpPr/>
            <p:nvPr/>
          </p:nvSpPr>
          <p:spPr>
            <a:xfrm>
              <a:off x="5085831" y="1885950"/>
              <a:ext cx="424269" cy="144041"/>
            </a:xfrm>
            <a:custGeom>
              <a:rect b="b" l="l" r="r" t="t"/>
              <a:pathLst>
                <a:path extrusionOk="0" h="1889" w="5564">
                  <a:moveTo>
                    <a:pt x="2050" y="1"/>
                  </a:moveTo>
                  <a:cubicBezTo>
                    <a:pt x="2016" y="1"/>
                    <a:pt x="1981" y="2"/>
                    <a:pt x="1946" y="4"/>
                  </a:cubicBezTo>
                  <a:cubicBezTo>
                    <a:pt x="882" y="34"/>
                    <a:pt x="1" y="1250"/>
                    <a:pt x="92" y="1888"/>
                  </a:cubicBezTo>
                  <a:lnTo>
                    <a:pt x="5563" y="1888"/>
                  </a:lnTo>
                  <a:cubicBezTo>
                    <a:pt x="5563" y="1888"/>
                    <a:pt x="3800" y="1585"/>
                    <a:pt x="3618" y="1220"/>
                  </a:cubicBezTo>
                  <a:cubicBezTo>
                    <a:pt x="3471" y="838"/>
                    <a:pt x="3040" y="1"/>
                    <a:pt x="2050" y="1"/>
                  </a:cubicBezTo>
                  <a:close/>
                </a:path>
              </a:pathLst>
            </a:custGeom>
            <a:solidFill>
              <a:srgbClr val="092242"/>
            </a:solidFill>
            <a:ln>
              <a:noFill/>
            </a:ln>
          </p:spPr>
          <p:txBody>
            <a:bodyPr anchorCtr="0" anchor="ctr" bIns="61125" lIns="61125" spcFirstLastPara="1" rIns="61125" wrap="square" tIns="611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06666"/>
                </a:solidFill>
                <a:latin typeface="Times New Roman"/>
                <a:ea typeface="Times New Roman"/>
                <a:cs typeface="Times New Roman"/>
                <a:sym typeface="Times New Roman"/>
              </a:rPr>
              <a:t>Data</a:t>
            </a:r>
            <a:endParaRPr>
              <a:solidFill>
                <a:srgbClr val="E06666"/>
              </a:solidFill>
              <a:latin typeface="Times New Roman"/>
              <a:ea typeface="Times New Roman"/>
              <a:cs typeface="Times New Roman"/>
              <a:sym typeface="Times New Roman"/>
            </a:endParaRPr>
          </a:p>
        </p:txBody>
      </p:sp>
      <p:graphicFrame>
        <p:nvGraphicFramePr>
          <p:cNvPr id="491" name="Google Shape;491;p57"/>
          <p:cNvGraphicFramePr/>
          <p:nvPr/>
        </p:nvGraphicFramePr>
        <p:xfrm>
          <a:off x="791250" y="1185000"/>
          <a:ext cx="3000000" cy="3000000"/>
        </p:xfrm>
        <a:graphic>
          <a:graphicData uri="http://schemas.openxmlformats.org/drawingml/2006/table">
            <a:tbl>
              <a:tblPr>
                <a:noFill/>
                <a:tableStyleId>{EAE43097-1D31-4C18-BE47-5209CEBEFA87}</a:tableStyleId>
              </a:tblPr>
              <a:tblGrid>
                <a:gridCol w="1908200"/>
                <a:gridCol w="1908200"/>
                <a:gridCol w="1908200"/>
                <a:gridCol w="1979400"/>
              </a:tblGrid>
              <a:tr h="381000">
                <a:tc>
                  <a:txBody>
                    <a:bodyPr/>
                    <a:lstStyle/>
                    <a:p>
                      <a:pPr indent="0" lvl="0" marL="0" rtl="0" algn="l">
                        <a:spcBef>
                          <a:spcPts val="0"/>
                        </a:spcBef>
                        <a:spcAft>
                          <a:spcPts val="0"/>
                        </a:spcAft>
                        <a:buNone/>
                      </a:pPr>
                      <a:r>
                        <a:rPr lang="en"/>
                        <a:t>Dataset</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a:t>Details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a:t>Variables</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a:t>Role in model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rPr lang="en" sz="1000"/>
                        <a:t>Blue Bike Trip Data</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Around 4 million individual trips in the year 2024</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Latitude, Longitude, Start Station ID, Data </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We used this data to calculate the average monthly use (Y)</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sz="1000"/>
                        <a:t>University Data</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50 college campuses in the Greater-Boston Area, </a:t>
                      </a:r>
                      <a:r>
                        <a:rPr lang="en" sz="1000"/>
                        <a:t>including Boston, Cambridge, Somerville, and Medford</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Student Population, University Type, </a:t>
                      </a:r>
                      <a:r>
                        <a:rPr lang="en" sz="1000"/>
                        <a:t>Public</a:t>
                      </a:r>
                      <a:r>
                        <a:rPr lang="en" sz="1000"/>
                        <a:t>/Private, Latitude, and Longitude </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We were able to calculate the distance from Start Stations to the nearest campus using euclidean distance. Moreover, we used college </a:t>
                      </a:r>
                      <a:r>
                        <a:rPr lang="en" sz="1000"/>
                        <a:t>characteristics</a:t>
                      </a:r>
                      <a:r>
                        <a:rPr lang="en" sz="1000"/>
                        <a:t> in our model. </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sz="1000"/>
                        <a:t>MBTA T-Stops </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Every train station in the Greater Boston Area</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Station ID, Station name, Latitude and Longitude</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t>We mapped these points to the nearest university campus using </a:t>
                      </a:r>
                      <a:r>
                        <a:rPr lang="en" sz="1000"/>
                        <a:t>euclidean</a:t>
                      </a:r>
                      <a:r>
                        <a:rPr lang="en" sz="1000"/>
                        <a:t> distance, and then created a binary </a:t>
                      </a:r>
                      <a:r>
                        <a:rPr lang="en" sz="1000"/>
                        <a:t>variable.</a:t>
                      </a:r>
                      <a:endParaRPr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E06666"/>
                </a:solidFill>
                <a:latin typeface="Times New Roman"/>
                <a:ea typeface="Times New Roman"/>
                <a:cs typeface="Times New Roman"/>
                <a:sym typeface="Times New Roman"/>
              </a:rPr>
              <a:t>Spatial Linking </a:t>
            </a:r>
            <a:endParaRPr/>
          </a:p>
        </p:txBody>
      </p:sp>
      <p:sp>
        <p:nvSpPr>
          <p:cNvPr id="497" name="Google Shape;497;p58"/>
          <p:cNvSpPr txBox="1"/>
          <p:nvPr>
            <p:ph idx="1" type="body"/>
          </p:nvPr>
        </p:nvSpPr>
        <p:spPr>
          <a:xfrm>
            <a:off x="720000" y="1080650"/>
            <a:ext cx="7445700" cy="3789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latin typeface="Times New Roman"/>
                <a:ea typeface="Times New Roman"/>
                <a:cs typeface="Times New Roman"/>
                <a:sym typeface="Times New Roman"/>
              </a:rPr>
              <a:t>Because universities generate, high student foot traffic, predictable commute patterns, strong demand for </a:t>
            </a:r>
            <a:r>
              <a:rPr lang="en">
                <a:latin typeface="Times New Roman"/>
                <a:ea typeface="Times New Roman"/>
                <a:cs typeface="Times New Roman"/>
                <a:sym typeface="Times New Roman"/>
              </a:rPr>
              <a:t>micro mobility, in order to </a:t>
            </a:r>
            <a:r>
              <a:rPr lang="en">
                <a:latin typeface="Times New Roman"/>
                <a:ea typeface="Times New Roman"/>
                <a:cs typeface="Times New Roman"/>
                <a:sym typeface="Times New Roman"/>
              </a:rPr>
              <a:t>study how universities influence Bluebike ridership, we need to know: </a:t>
            </a:r>
            <a:endParaRPr>
              <a:latin typeface="Times New Roman"/>
              <a:ea typeface="Times New Roman"/>
              <a:cs typeface="Times New Roman"/>
              <a:sym typeface="Times New Roman"/>
            </a:endParaRPr>
          </a:p>
          <a:p>
            <a:pPr indent="-304800" lvl="0" marL="457200" rtl="0" algn="l">
              <a:lnSpc>
                <a:spcPct val="115000"/>
              </a:lnSpc>
              <a:spcBef>
                <a:spcPts val="1200"/>
              </a:spcBef>
              <a:spcAft>
                <a:spcPts val="0"/>
              </a:spcAft>
              <a:buSzPts val="1200"/>
              <a:buFont typeface="Times New Roman"/>
              <a:buAutoNum type="arabicPeriod"/>
            </a:pPr>
            <a:r>
              <a:rPr lang="en">
                <a:latin typeface="Times New Roman"/>
                <a:ea typeface="Times New Roman"/>
                <a:cs typeface="Times New Roman"/>
                <a:sym typeface="Times New Roman"/>
              </a:rPr>
              <a:t>Which Bluebike station is closest to each university?</a:t>
            </a:r>
            <a:br>
              <a:rPr lang="en">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0" marL="457200" rtl="0" algn="l">
              <a:lnSpc>
                <a:spcPct val="115000"/>
              </a:lnSpc>
              <a:spcBef>
                <a:spcPts val="0"/>
              </a:spcBef>
              <a:spcAft>
                <a:spcPts val="0"/>
              </a:spcAft>
              <a:buSzPts val="1200"/>
              <a:buFont typeface="Times New Roman"/>
              <a:buAutoNum type="arabicPeriod"/>
            </a:pPr>
            <a:r>
              <a:rPr lang="en">
                <a:latin typeface="Times New Roman"/>
                <a:ea typeface="Times New Roman"/>
                <a:cs typeface="Times New Roman"/>
                <a:sym typeface="Times New Roman"/>
              </a:rPr>
              <a:t>How close are university campuses to the nearest T stop?</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a:latin typeface="Times New Roman"/>
                <a:ea typeface="Times New Roman"/>
                <a:cs typeface="Times New Roman"/>
                <a:sym typeface="Times New Roman"/>
              </a:rPr>
              <a:t>Method</a:t>
            </a:r>
            <a:endParaRPr b="1">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latin typeface="Times New Roman"/>
                <a:ea typeface="Times New Roman"/>
                <a:cs typeface="Times New Roman"/>
                <a:sym typeface="Times New Roman"/>
              </a:rPr>
              <a:t>Converted universities and Bluebike stations into spatial objects (sf package)</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a:latin typeface="Times New Roman"/>
                <a:ea typeface="Times New Roman"/>
                <a:cs typeface="Times New Roman"/>
                <a:sym typeface="Times New Roman"/>
              </a:rPr>
              <a:t>Used st_nearest_feature() to find:</a:t>
            </a:r>
            <a:endParaRPr>
              <a:latin typeface="Times New Roman"/>
              <a:ea typeface="Times New Roman"/>
              <a:cs typeface="Times New Roman"/>
              <a:sym typeface="Times New Roman"/>
            </a:endParaRPr>
          </a:p>
          <a:p>
            <a:pPr indent="-304800" lvl="0" marL="457200" rtl="0" algn="l">
              <a:lnSpc>
                <a:spcPct val="115000"/>
              </a:lnSpc>
              <a:spcBef>
                <a:spcPts val="1200"/>
              </a:spcBef>
              <a:spcAft>
                <a:spcPts val="0"/>
              </a:spcAft>
              <a:buSzPts val="1200"/>
              <a:buFont typeface="Times New Roman"/>
              <a:buChar char="●"/>
            </a:pPr>
            <a:r>
              <a:rPr lang="en">
                <a:latin typeface="Times New Roman"/>
                <a:ea typeface="Times New Roman"/>
                <a:cs typeface="Times New Roman"/>
                <a:sym typeface="Times New Roman"/>
              </a:rPr>
              <a:t>the nearest Bluebike station to each university</a:t>
            </a:r>
            <a:endParaRPr>
              <a:latin typeface="Times New Roman"/>
              <a:ea typeface="Times New Roman"/>
              <a:cs typeface="Times New Roman"/>
              <a:sym typeface="Times New Roman"/>
            </a:endParaRPr>
          </a:p>
          <a:p>
            <a:pPr indent="-304800" lvl="0" marL="4572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the nearest MBTA T stop to each university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latin typeface="Times New Roman"/>
                <a:ea typeface="Times New Roman"/>
                <a:cs typeface="Times New Roman"/>
                <a:sym typeface="Times New Roman"/>
              </a:rPr>
              <a:t>Calculated:</a:t>
            </a:r>
            <a:endParaRPr>
              <a:latin typeface="Times New Roman"/>
              <a:ea typeface="Times New Roman"/>
              <a:cs typeface="Times New Roman"/>
              <a:sym typeface="Times New Roman"/>
            </a:endParaRPr>
          </a:p>
          <a:p>
            <a:pPr indent="-304800" lvl="0" marL="457200" rtl="0" algn="l">
              <a:lnSpc>
                <a:spcPct val="115000"/>
              </a:lnSpc>
              <a:spcBef>
                <a:spcPts val="1200"/>
              </a:spcBef>
              <a:spcAft>
                <a:spcPts val="0"/>
              </a:spcAft>
              <a:buSzPts val="1200"/>
              <a:buFont typeface="Times New Roman"/>
              <a:buChar char="●"/>
            </a:pPr>
            <a:r>
              <a:rPr lang="en">
                <a:latin typeface="Times New Roman"/>
                <a:ea typeface="Times New Roman"/>
                <a:cs typeface="Times New Roman"/>
                <a:sym typeface="Times New Roman"/>
              </a:rPr>
              <a:t>Distance_to_BlueBikeStation_miles</a:t>
            </a:r>
            <a:endParaRPr>
              <a:latin typeface="Times New Roman"/>
              <a:ea typeface="Times New Roman"/>
              <a:cs typeface="Times New Roman"/>
              <a:sym typeface="Times New Roman"/>
            </a:endParaRPr>
          </a:p>
          <a:p>
            <a:pPr indent="-304800" lvl="0" marL="4572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Distance_to_TStop_miles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1200"/>
              </a:spcBef>
              <a:spcAft>
                <a:spcPts val="0"/>
              </a:spcAft>
              <a:buNone/>
            </a:pPr>
            <a:r>
              <a:t/>
            </a:r>
            <a:endParaRPr/>
          </a:p>
        </p:txBody>
      </p:sp>
      <p:grpSp>
        <p:nvGrpSpPr>
          <p:cNvPr id="498" name="Google Shape;498;p58"/>
          <p:cNvGrpSpPr/>
          <p:nvPr/>
        </p:nvGrpSpPr>
        <p:grpSpPr>
          <a:xfrm>
            <a:off x="8074945" y="4346567"/>
            <a:ext cx="524513" cy="523682"/>
            <a:chOff x="2936677" y="1168362"/>
            <a:chExt cx="524513" cy="523682"/>
          </a:xfrm>
        </p:grpSpPr>
        <p:sp>
          <p:nvSpPr>
            <p:cNvPr id="499" name="Google Shape;499;p58"/>
            <p:cNvSpPr/>
            <p:nvPr/>
          </p:nvSpPr>
          <p:spPr>
            <a:xfrm>
              <a:off x="3309555" y="1285959"/>
              <a:ext cx="151635" cy="406084"/>
            </a:xfrm>
            <a:custGeom>
              <a:rect b="b" l="l" r="r" t="t"/>
              <a:pathLst>
                <a:path extrusionOk="0" h="19065" w="7119">
                  <a:moveTo>
                    <a:pt x="7118" y="0"/>
                  </a:moveTo>
                  <a:lnTo>
                    <a:pt x="962" y="2047"/>
                  </a:lnTo>
                  <a:lnTo>
                    <a:pt x="0" y="8634"/>
                  </a:lnTo>
                  <a:lnTo>
                    <a:pt x="962" y="19065"/>
                  </a:lnTo>
                  <a:lnTo>
                    <a:pt x="7118" y="17022"/>
                  </a:lnTo>
                  <a:lnTo>
                    <a:pt x="7118" y="0"/>
                  </a:lnTo>
                  <a:close/>
                </a:path>
              </a:pathLst>
            </a:custGeom>
            <a:solidFill>
              <a:srgbClr val="F7AC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8"/>
            <p:cNvSpPr/>
            <p:nvPr/>
          </p:nvSpPr>
          <p:spPr>
            <a:xfrm>
              <a:off x="3178432" y="1285959"/>
              <a:ext cx="151635" cy="406084"/>
            </a:xfrm>
            <a:custGeom>
              <a:rect b="b" l="l" r="r" t="t"/>
              <a:pathLst>
                <a:path extrusionOk="0" h="19065" w="7119">
                  <a:moveTo>
                    <a:pt x="962" y="0"/>
                  </a:moveTo>
                  <a:lnTo>
                    <a:pt x="0" y="8030"/>
                  </a:lnTo>
                  <a:lnTo>
                    <a:pt x="962" y="17022"/>
                  </a:lnTo>
                  <a:lnTo>
                    <a:pt x="7118" y="19065"/>
                  </a:lnTo>
                  <a:lnTo>
                    <a:pt x="7118" y="2047"/>
                  </a:lnTo>
                  <a:lnTo>
                    <a:pt x="962" y="0"/>
                  </a:lnTo>
                  <a:close/>
                </a:path>
              </a:pathLst>
            </a:custGeom>
            <a:solidFill>
              <a:srgbClr val="CFB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8"/>
            <p:cNvSpPr/>
            <p:nvPr/>
          </p:nvSpPr>
          <p:spPr>
            <a:xfrm>
              <a:off x="3047309" y="1285959"/>
              <a:ext cx="151635" cy="406084"/>
            </a:xfrm>
            <a:custGeom>
              <a:rect b="b" l="l" r="r" t="t"/>
              <a:pathLst>
                <a:path extrusionOk="0" h="19065" w="7119">
                  <a:moveTo>
                    <a:pt x="7118" y="0"/>
                  </a:moveTo>
                  <a:lnTo>
                    <a:pt x="962" y="2047"/>
                  </a:lnTo>
                  <a:lnTo>
                    <a:pt x="0" y="8572"/>
                  </a:lnTo>
                  <a:lnTo>
                    <a:pt x="962" y="19065"/>
                  </a:lnTo>
                  <a:lnTo>
                    <a:pt x="7118" y="17022"/>
                  </a:lnTo>
                  <a:lnTo>
                    <a:pt x="7118" y="0"/>
                  </a:lnTo>
                  <a:close/>
                </a:path>
              </a:pathLst>
            </a:custGeom>
            <a:solidFill>
              <a:srgbClr val="F7AC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8"/>
            <p:cNvSpPr/>
            <p:nvPr/>
          </p:nvSpPr>
          <p:spPr>
            <a:xfrm>
              <a:off x="2936677" y="1285959"/>
              <a:ext cx="131144" cy="406084"/>
            </a:xfrm>
            <a:custGeom>
              <a:rect b="b" l="l" r="r" t="t"/>
              <a:pathLst>
                <a:path extrusionOk="0" h="19065" w="6157">
                  <a:moveTo>
                    <a:pt x="0" y="0"/>
                  </a:moveTo>
                  <a:lnTo>
                    <a:pt x="0" y="17022"/>
                  </a:lnTo>
                  <a:lnTo>
                    <a:pt x="6156" y="19065"/>
                  </a:lnTo>
                  <a:lnTo>
                    <a:pt x="6156" y="2047"/>
                  </a:lnTo>
                  <a:lnTo>
                    <a:pt x="0" y="0"/>
                  </a:lnTo>
                  <a:close/>
                </a:path>
              </a:pathLst>
            </a:custGeom>
            <a:solidFill>
              <a:srgbClr val="CFB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8"/>
            <p:cNvSpPr/>
            <p:nvPr/>
          </p:nvSpPr>
          <p:spPr>
            <a:xfrm>
              <a:off x="3309555" y="1168362"/>
              <a:ext cx="91313" cy="194725"/>
            </a:xfrm>
            <a:custGeom>
              <a:rect b="b" l="l" r="r" t="t"/>
              <a:pathLst>
                <a:path extrusionOk="0" h="9142" w="4287">
                  <a:moveTo>
                    <a:pt x="962" y="0"/>
                  </a:moveTo>
                  <a:lnTo>
                    <a:pt x="0" y="3324"/>
                  </a:lnTo>
                  <a:lnTo>
                    <a:pt x="962" y="9142"/>
                  </a:lnTo>
                  <a:cubicBezTo>
                    <a:pt x="962" y="9142"/>
                    <a:pt x="4286" y="6595"/>
                    <a:pt x="4286" y="3321"/>
                  </a:cubicBezTo>
                  <a:cubicBezTo>
                    <a:pt x="4286" y="1493"/>
                    <a:pt x="2797" y="0"/>
                    <a:pt x="962" y="0"/>
                  </a:cubicBezTo>
                  <a:close/>
                </a:path>
              </a:pathLst>
            </a:custGeom>
            <a:solidFill>
              <a:srgbClr val="ED0F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8"/>
            <p:cNvSpPr/>
            <p:nvPr/>
          </p:nvSpPr>
          <p:spPr>
            <a:xfrm>
              <a:off x="3259393" y="1168362"/>
              <a:ext cx="70759" cy="194895"/>
            </a:xfrm>
            <a:custGeom>
              <a:rect b="b" l="l" r="r" t="t"/>
              <a:pathLst>
                <a:path extrusionOk="0" h="9150" w="3322">
                  <a:moveTo>
                    <a:pt x="3321" y="0"/>
                  </a:moveTo>
                  <a:cubicBezTo>
                    <a:pt x="1490" y="0"/>
                    <a:pt x="1" y="1493"/>
                    <a:pt x="1" y="3324"/>
                  </a:cubicBezTo>
                  <a:cubicBezTo>
                    <a:pt x="1" y="6599"/>
                    <a:pt x="3321" y="9149"/>
                    <a:pt x="3321" y="9149"/>
                  </a:cubicBezTo>
                  <a:lnTo>
                    <a:pt x="3321" y="0"/>
                  </a:lnTo>
                  <a:close/>
                </a:path>
              </a:pathLst>
            </a:custGeom>
            <a:solidFill>
              <a:srgbClr val="ED0F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58"/>
            <p:cNvSpPr/>
            <p:nvPr/>
          </p:nvSpPr>
          <p:spPr>
            <a:xfrm>
              <a:off x="3319800" y="1217437"/>
              <a:ext cx="25667" cy="43537"/>
            </a:xfrm>
            <a:custGeom>
              <a:rect b="b" l="l" r="r" t="t"/>
              <a:pathLst>
                <a:path extrusionOk="0" h="2044" w="1205">
                  <a:moveTo>
                    <a:pt x="481" y="1"/>
                  </a:moveTo>
                  <a:lnTo>
                    <a:pt x="0" y="1020"/>
                  </a:lnTo>
                  <a:lnTo>
                    <a:pt x="481" y="2044"/>
                  </a:lnTo>
                  <a:lnTo>
                    <a:pt x="1205" y="2044"/>
                  </a:lnTo>
                  <a:lnTo>
                    <a:pt x="1205" y="1"/>
                  </a:lnTo>
                  <a:close/>
                </a:path>
              </a:pathLst>
            </a:custGeom>
            <a:solidFill>
              <a:srgbClr val="092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58"/>
            <p:cNvSpPr/>
            <p:nvPr/>
          </p:nvSpPr>
          <p:spPr>
            <a:xfrm>
              <a:off x="3314709" y="1217437"/>
              <a:ext cx="15357" cy="43537"/>
            </a:xfrm>
            <a:custGeom>
              <a:rect b="b" l="l" r="r" t="t"/>
              <a:pathLst>
                <a:path extrusionOk="0" h="2044" w="721">
                  <a:moveTo>
                    <a:pt x="1" y="1"/>
                  </a:moveTo>
                  <a:lnTo>
                    <a:pt x="1" y="2044"/>
                  </a:lnTo>
                  <a:lnTo>
                    <a:pt x="720" y="2044"/>
                  </a:lnTo>
                  <a:lnTo>
                    <a:pt x="720" y="1"/>
                  </a:lnTo>
                  <a:close/>
                </a:path>
              </a:pathLst>
            </a:custGeom>
            <a:solidFill>
              <a:srgbClr val="092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E06666"/>
                </a:solidFill>
                <a:latin typeface="Times New Roman"/>
                <a:ea typeface="Times New Roman"/>
                <a:cs typeface="Times New Roman"/>
                <a:sym typeface="Times New Roman"/>
              </a:rPr>
              <a:t>Bluebike Usage 2024 </a:t>
            </a:r>
            <a:endParaRPr/>
          </a:p>
        </p:txBody>
      </p:sp>
      <p:pic>
        <p:nvPicPr>
          <p:cNvPr id="512" name="Google Shape;512;p59" title="Screenshot 2025-11-28 at 11.22.21 PM.png"/>
          <p:cNvPicPr preferRelativeResize="0"/>
          <p:nvPr/>
        </p:nvPicPr>
        <p:blipFill>
          <a:blip r:embed="rId3">
            <a:alphaModFix/>
          </a:blip>
          <a:stretch>
            <a:fillRect/>
          </a:stretch>
        </p:blipFill>
        <p:spPr>
          <a:xfrm>
            <a:off x="1671888" y="1017725"/>
            <a:ext cx="5800224" cy="3565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E06666"/>
                </a:solidFill>
                <a:latin typeface="Times New Roman"/>
                <a:ea typeface="Times New Roman"/>
                <a:cs typeface="Times New Roman"/>
                <a:sym typeface="Times New Roman"/>
              </a:rPr>
              <a:t>Most used stations </a:t>
            </a:r>
            <a:r>
              <a:rPr lang="en">
                <a:solidFill>
                  <a:srgbClr val="E06666"/>
                </a:solidFill>
                <a:latin typeface="Times New Roman"/>
                <a:ea typeface="Times New Roman"/>
                <a:cs typeface="Times New Roman"/>
                <a:sym typeface="Times New Roman"/>
              </a:rPr>
              <a:t>2024 </a:t>
            </a:r>
            <a:endParaRPr/>
          </a:p>
        </p:txBody>
      </p:sp>
      <p:pic>
        <p:nvPicPr>
          <p:cNvPr id="518" name="Google Shape;518;p60" title="Screenshot 2025-11-29 at 12.01.28 AM.png"/>
          <p:cNvPicPr preferRelativeResize="0"/>
          <p:nvPr/>
        </p:nvPicPr>
        <p:blipFill>
          <a:blip r:embed="rId3">
            <a:alphaModFix/>
          </a:blip>
          <a:stretch>
            <a:fillRect/>
          </a:stretch>
        </p:blipFill>
        <p:spPr>
          <a:xfrm>
            <a:off x="1283100" y="1215750"/>
            <a:ext cx="7140901" cy="36376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E06666"/>
                </a:solidFill>
                <a:latin typeface="Times New Roman"/>
                <a:ea typeface="Times New Roman"/>
                <a:cs typeface="Times New Roman"/>
                <a:sym typeface="Times New Roman"/>
              </a:rPr>
              <a:t>Leas</a:t>
            </a:r>
            <a:r>
              <a:rPr lang="en">
                <a:solidFill>
                  <a:srgbClr val="E06666"/>
                </a:solidFill>
                <a:latin typeface="Times New Roman"/>
                <a:ea typeface="Times New Roman"/>
                <a:cs typeface="Times New Roman"/>
                <a:sym typeface="Times New Roman"/>
              </a:rPr>
              <a:t>t used stations 2024 </a:t>
            </a:r>
            <a:endParaRPr/>
          </a:p>
        </p:txBody>
      </p:sp>
      <p:pic>
        <p:nvPicPr>
          <p:cNvPr id="524" name="Google Shape;524;p61" title="Screenshot 2025-11-29 at 12.03.30 AM.png"/>
          <p:cNvPicPr preferRelativeResize="0"/>
          <p:nvPr/>
        </p:nvPicPr>
        <p:blipFill>
          <a:blip r:embed="rId3">
            <a:alphaModFix/>
          </a:blip>
          <a:stretch>
            <a:fillRect/>
          </a:stretch>
        </p:blipFill>
        <p:spPr>
          <a:xfrm>
            <a:off x="1608209" y="1215750"/>
            <a:ext cx="5927581" cy="32570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rgbClr val="E06666"/>
                </a:solidFill>
                <a:latin typeface="Times New Roman"/>
                <a:ea typeface="Times New Roman"/>
                <a:cs typeface="Times New Roman"/>
                <a:sym typeface="Times New Roman"/>
              </a:rPr>
              <a:t>Model 1: Academic and Non Academic Months</a:t>
            </a:r>
            <a:endParaRPr sz="3000">
              <a:solidFill>
                <a:schemeClr val="dk2"/>
              </a:solidFill>
            </a:endParaRPr>
          </a:p>
          <a:p>
            <a:pPr indent="0" lvl="0" marL="0" rtl="0" algn="l">
              <a:spcBef>
                <a:spcPts val="0"/>
              </a:spcBef>
              <a:spcAft>
                <a:spcPts val="0"/>
              </a:spcAft>
              <a:buNone/>
            </a:pPr>
            <a:r>
              <a:t/>
            </a:r>
            <a:endParaRPr/>
          </a:p>
        </p:txBody>
      </p:sp>
      <p:sp>
        <p:nvSpPr>
          <p:cNvPr id="530" name="Google Shape;530;p62"/>
          <p:cNvSpPr txBox="1"/>
          <p:nvPr/>
        </p:nvSpPr>
        <p:spPr>
          <a:xfrm>
            <a:off x="794825" y="1260750"/>
            <a:ext cx="7491300" cy="28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Times New Roman"/>
                <a:ea typeface="Times New Roman"/>
                <a:cs typeface="Times New Roman"/>
                <a:sym typeface="Times New Roman"/>
              </a:rPr>
              <a:t>Regression:</a:t>
            </a:r>
            <a:r>
              <a:rPr lang="en"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Avg Monthly Rides</a:t>
            </a:r>
            <a:r>
              <a:rPr baseline="-25000"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 = β</a:t>
            </a:r>
            <a:r>
              <a:rPr baseline="-25000" lang="en" sz="1200">
                <a:solidFill>
                  <a:schemeClr val="dk1"/>
                </a:solidFill>
                <a:latin typeface="Times New Roman"/>
                <a:ea typeface="Times New Roman"/>
                <a:cs typeface="Times New Roman"/>
                <a:sym typeface="Times New Roman"/>
              </a:rPr>
              <a:t>0</a:t>
            </a:r>
            <a:r>
              <a:rPr lang="en" sz="1200">
                <a:solidFill>
                  <a:schemeClr val="dk1"/>
                </a:solidFill>
                <a:latin typeface="Times New Roman"/>
                <a:ea typeface="Times New Roman"/>
                <a:cs typeface="Times New Roman"/>
                <a:sym typeface="Times New Roman"/>
              </a:rPr>
              <a:t>​+β</a:t>
            </a:r>
            <a:r>
              <a:rPr baseline="-25000" lang="en" sz="1200">
                <a:solidFill>
                  <a:schemeClr val="dk1"/>
                </a:solidFill>
                <a:latin typeface="Times New Roman"/>
                <a:ea typeface="Times New Roman"/>
                <a:cs typeface="Times New Roman"/>
                <a:sym typeface="Times New Roman"/>
              </a:rPr>
              <a:t>1​</a:t>
            </a:r>
            <a:r>
              <a:rPr lang="en" sz="1200">
                <a:solidFill>
                  <a:schemeClr val="dk1"/>
                </a:solidFill>
                <a:latin typeface="Times New Roman"/>
                <a:ea typeface="Times New Roman"/>
                <a:cs typeface="Times New Roman"/>
                <a:sym typeface="Times New Roman"/>
              </a:rPr>
              <a:t>(Student Population</a:t>
            </a:r>
            <a:r>
              <a:rPr baseline="-25000"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​)+β</a:t>
            </a:r>
            <a:r>
              <a:rPr baseline="-25000" lang="en" sz="1200">
                <a:solidFill>
                  <a:schemeClr val="dk1"/>
                </a:solidFill>
                <a:latin typeface="Times New Roman"/>
                <a:ea typeface="Times New Roman"/>
                <a:cs typeface="Times New Roman"/>
                <a:sym typeface="Times New Roman"/>
              </a:rPr>
              <a:t>2</a:t>
            </a:r>
            <a:r>
              <a:rPr lang="en" sz="1200">
                <a:solidFill>
                  <a:schemeClr val="dk1"/>
                </a:solidFill>
                <a:latin typeface="Times New Roman"/>
                <a:ea typeface="Times New Roman"/>
                <a:cs typeface="Times New Roman"/>
                <a:sym typeface="Times New Roman"/>
              </a:rPr>
              <a:t>​(Distance to Bluebike Station</a:t>
            </a:r>
            <a:r>
              <a:rPr baseline="-25000"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​)+β</a:t>
            </a:r>
            <a:r>
              <a:rPr baseline="-25000" lang="en" sz="1200">
                <a:solidFill>
                  <a:schemeClr val="dk1"/>
                </a:solidFill>
                <a:latin typeface="Times New Roman"/>
                <a:ea typeface="Times New Roman"/>
                <a:cs typeface="Times New Roman"/>
                <a:sym typeface="Times New Roman"/>
              </a:rPr>
              <a:t>3​</a:t>
            </a:r>
            <a:r>
              <a:rPr lang="en" sz="1200">
                <a:solidFill>
                  <a:schemeClr val="dk1"/>
                </a:solidFill>
                <a:latin typeface="Times New Roman"/>
                <a:ea typeface="Times New Roman"/>
                <a:cs typeface="Times New Roman"/>
                <a:sym typeface="Times New Roman"/>
              </a:rPr>
              <a:t>(Distance to T Stop</a:t>
            </a:r>
            <a:r>
              <a:rPr baseline="-25000"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)+β</a:t>
            </a:r>
            <a:r>
              <a:rPr baseline="-25000" lang="en" sz="1200">
                <a:solidFill>
                  <a:schemeClr val="dk1"/>
                </a:solidFill>
                <a:latin typeface="Times New Roman"/>
                <a:ea typeface="Times New Roman"/>
                <a:cs typeface="Times New Roman"/>
                <a:sym typeface="Times New Roman"/>
              </a:rPr>
              <a:t>4</a:t>
            </a:r>
            <a:r>
              <a:rPr lang="en" sz="1200">
                <a:solidFill>
                  <a:schemeClr val="dk1"/>
                </a:solidFill>
                <a:latin typeface="Times New Roman"/>
                <a:ea typeface="Times New Roman"/>
                <a:cs typeface="Times New Roman"/>
                <a:sym typeface="Times New Roman"/>
              </a:rPr>
              <a:t>​(City Dummies</a:t>
            </a:r>
            <a:r>
              <a:rPr baseline="-25000"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)+β</a:t>
            </a:r>
            <a:r>
              <a:rPr baseline="-25000" lang="en" sz="1200">
                <a:solidFill>
                  <a:schemeClr val="dk1"/>
                </a:solidFill>
                <a:latin typeface="Times New Roman"/>
                <a:ea typeface="Times New Roman"/>
                <a:cs typeface="Times New Roman"/>
                <a:sym typeface="Times New Roman"/>
              </a:rPr>
              <a:t>5</a:t>
            </a:r>
            <a:r>
              <a:rPr lang="en" sz="1200">
                <a:solidFill>
                  <a:schemeClr val="dk1"/>
                </a:solidFill>
                <a:latin typeface="Times New Roman"/>
                <a:ea typeface="Times New Roman"/>
                <a:cs typeface="Times New Roman"/>
                <a:sym typeface="Times New Roman"/>
              </a:rPr>
              <a:t>​(School Type Dummies</a:t>
            </a:r>
            <a:r>
              <a:rPr baseline="-25000"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)+β</a:t>
            </a:r>
            <a:r>
              <a:rPr baseline="-25000" lang="en" sz="1200">
                <a:solidFill>
                  <a:schemeClr val="dk1"/>
                </a:solidFill>
                <a:latin typeface="Times New Roman"/>
                <a:ea typeface="Times New Roman"/>
                <a:cs typeface="Times New Roman"/>
                <a:sym typeface="Times New Roman"/>
              </a:rPr>
              <a:t>6</a:t>
            </a:r>
            <a:r>
              <a:rPr lang="en" sz="1200">
                <a:solidFill>
                  <a:schemeClr val="dk1"/>
                </a:solidFill>
                <a:latin typeface="Times New Roman"/>
                <a:ea typeface="Times New Roman"/>
                <a:cs typeface="Times New Roman"/>
                <a:sym typeface="Times New Roman"/>
              </a:rPr>
              <a:t>​(Category Dummies</a:t>
            </a:r>
            <a:r>
              <a:rPr baseline="-25000"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)+ϵ</a:t>
            </a:r>
            <a:r>
              <a:rPr baseline="-25000"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Where: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a:t>
            </a:r>
            <a:r>
              <a:rPr lang="en" sz="1200">
                <a:solidFill>
                  <a:schemeClr val="dk1"/>
                </a:solidFill>
                <a:latin typeface="Times New Roman"/>
                <a:ea typeface="Times New Roman"/>
                <a:cs typeface="Times New Roman"/>
                <a:sym typeface="Times New Roman"/>
              </a:rPr>
              <a:t> indexes each university</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Dummy variables represent CITY, TYPE, and CATEGORY(research, law school, liberal arts, etc)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grpSp>
        <p:nvGrpSpPr>
          <p:cNvPr id="531" name="Google Shape;531;p62"/>
          <p:cNvGrpSpPr/>
          <p:nvPr/>
        </p:nvGrpSpPr>
        <p:grpSpPr>
          <a:xfrm>
            <a:off x="6959316" y="3188374"/>
            <a:ext cx="1937287" cy="1723346"/>
            <a:chOff x="4886332" y="1161660"/>
            <a:chExt cx="3864527" cy="3437754"/>
          </a:xfrm>
        </p:grpSpPr>
        <p:sp>
          <p:nvSpPr>
            <p:cNvPr id="532" name="Google Shape;532;p62"/>
            <p:cNvSpPr/>
            <p:nvPr/>
          </p:nvSpPr>
          <p:spPr>
            <a:xfrm>
              <a:off x="4916003" y="4507881"/>
              <a:ext cx="1223171" cy="91533"/>
            </a:xfrm>
            <a:custGeom>
              <a:rect b="b" l="l" r="r" t="t"/>
              <a:pathLst>
                <a:path extrusionOk="0" h="1126" w="15047">
                  <a:moveTo>
                    <a:pt x="7508" y="1"/>
                  </a:moveTo>
                  <a:cubicBezTo>
                    <a:pt x="3374" y="1"/>
                    <a:pt x="0" y="274"/>
                    <a:pt x="0" y="578"/>
                  </a:cubicBezTo>
                  <a:cubicBezTo>
                    <a:pt x="0" y="882"/>
                    <a:pt x="3374" y="1125"/>
                    <a:pt x="7508" y="1125"/>
                  </a:cubicBezTo>
                  <a:cubicBezTo>
                    <a:pt x="11642" y="1125"/>
                    <a:pt x="15046" y="882"/>
                    <a:pt x="15046" y="578"/>
                  </a:cubicBezTo>
                  <a:cubicBezTo>
                    <a:pt x="15046" y="213"/>
                    <a:pt x="11642" y="1"/>
                    <a:pt x="7508" y="1"/>
                  </a:cubicBezTo>
                  <a:close/>
                </a:path>
              </a:pathLst>
            </a:custGeom>
            <a:solidFill>
              <a:srgbClr val="CFBF8B"/>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33" name="Google Shape;533;p62"/>
            <p:cNvSpPr/>
            <p:nvPr/>
          </p:nvSpPr>
          <p:spPr>
            <a:xfrm>
              <a:off x="6682678" y="3489886"/>
              <a:ext cx="148354" cy="358326"/>
            </a:xfrm>
            <a:custGeom>
              <a:rect b="b" l="l" r="r" t="t"/>
              <a:pathLst>
                <a:path extrusionOk="0" fill="none" h="4408" w="1825">
                  <a:moveTo>
                    <a:pt x="0" y="1"/>
                  </a:moveTo>
                  <a:lnTo>
                    <a:pt x="1824" y="4408"/>
                  </a:lnTo>
                </a:path>
              </a:pathLst>
            </a:custGeom>
            <a:noFill/>
            <a:ln cap="flat" cmpd="sng" w="4575">
              <a:solidFill>
                <a:srgbClr val="092242"/>
              </a:solidFill>
              <a:prstDash val="solid"/>
              <a:miter lim="30395"/>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34" name="Google Shape;534;p62"/>
            <p:cNvSpPr/>
            <p:nvPr/>
          </p:nvSpPr>
          <p:spPr>
            <a:xfrm>
              <a:off x="6573912" y="3467694"/>
              <a:ext cx="220052" cy="44547"/>
            </a:xfrm>
            <a:custGeom>
              <a:rect b="b" l="l" r="r" t="t"/>
              <a:pathLst>
                <a:path extrusionOk="0" h="548" w="2707">
                  <a:moveTo>
                    <a:pt x="1" y="0"/>
                  </a:moveTo>
                  <a:lnTo>
                    <a:pt x="1" y="547"/>
                  </a:lnTo>
                  <a:lnTo>
                    <a:pt x="2706" y="547"/>
                  </a:lnTo>
                  <a:lnTo>
                    <a:pt x="2706" y="0"/>
                  </a:lnTo>
                  <a:close/>
                </a:path>
              </a:pathLst>
            </a:custGeom>
            <a:solidFill>
              <a:srgbClr val="006EED"/>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35" name="Google Shape;535;p62"/>
            <p:cNvSpPr/>
            <p:nvPr/>
          </p:nvSpPr>
          <p:spPr>
            <a:xfrm>
              <a:off x="6527008" y="3339175"/>
              <a:ext cx="217532" cy="123642"/>
            </a:xfrm>
            <a:custGeom>
              <a:rect b="b" l="l" r="r" t="t"/>
              <a:pathLst>
                <a:path extrusionOk="0" h="1521" w="2676">
                  <a:moveTo>
                    <a:pt x="1915" y="0"/>
                  </a:moveTo>
                  <a:lnTo>
                    <a:pt x="1095" y="274"/>
                  </a:lnTo>
                  <a:cubicBezTo>
                    <a:pt x="1611" y="1034"/>
                    <a:pt x="0" y="1520"/>
                    <a:pt x="0" y="1520"/>
                  </a:cubicBezTo>
                  <a:lnTo>
                    <a:pt x="2675" y="1520"/>
                  </a:lnTo>
                  <a:lnTo>
                    <a:pt x="1915" y="0"/>
                  </a:lnTo>
                  <a:close/>
                </a:path>
              </a:pathLst>
            </a:custGeom>
            <a:solidFill>
              <a:srgbClr val="092242"/>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36" name="Google Shape;536;p62"/>
            <p:cNvSpPr/>
            <p:nvPr/>
          </p:nvSpPr>
          <p:spPr>
            <a:xfrm>
              <a:off x="6250297" y="2368084"/>
              <a:ext cx="1087254" cy="1030432"/>
            </a:xfrm>
            <a:custGeom>
              <a:rect b="b" l="l" r="r" t="t"/>
              <a:pathLst>
                <a:path extrusionOk="0" h="12676" w="13375">
                  <a:moveTo>
                    <a:pt x="8663" y="1"/>
                  </a:moveTo>
                  <a:cubicBezTo>
                    <a:pt x="8663" y="1"/>
                    <a:pt x="517" y="2949"/>
                    <a:pt x="243" y="5776"/>
                  </a:cubicBezTo>
                  <a:cubicBezTo>
                    <a:pt x="0" y="8573"/>
                    <a:pt x="4012" y="12676"/>
                    <a:pt x="4012" y="12676"/>
                  </a:cubicBezTo>
                  <a:lnTo>
                    <a:pt x="5715" y="12676"/>
                  </a:lnTo>
                  <a:lnTo>
                    <a:pt x="4012" y="7478"/>
                  </a:lnTo>
                  <a:lnTo>
                    <a:pt x="13374" y="2828"/>
                  </a:lnTo>
                  <a:lnTo>
                    <a:pt x="8663" y="1"/>
                  </a:lnTo>
                  <a:close/>
                </a:path>
              </a:pathLst>
            </a:custGeom>
            <a:solidFill>
              <a:srgbClr val="609A92"/>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37" name="Google Shape;537;p62"/>
            <p:cNvSpPr/>
            <p:nvPr/>
          </p:nvSpPr>
          <p:spPr>
            <a:xfrm>
              <a:off x="5921641" y="2973451"/>
              <a:ext cx="872323" cy="842652"/>
            </a:xfrm>
            <a:custGeom>
              <a:rect b="b" l="l" r="r" t="t"/>
              <a:pathLst>
                <a:path extrusionOk="0" fill="none" h="10366" w="10731">
                  <a:moveTo>
                    <a:pt x="1" y="1"/>
                  </a:moveTo>
                  <a:cubicBezTo>
                    <a:pt x="1" y="1"/>
                    <a:pt x="10639" y="1065"/>
                    <a:pt x="10730" y="10366"/>
                  </a:cubicBezTo>
                </a:path>
              </a:pathLst>
            </a:custGeom>
            <a:noFill/>
            <a:ln cap="rnd" cmpd="sng" w="9525">
              <a:solidFill>
                <a:srgbClr val="C76C1F"/>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38" name="Google Shape;538;p62"/>
            <p:cNvSpPr/>
            <p:nvPr/>
          </p:nvSpPr>
          <p:spPr>
            <a:xfrm>
              <a:off x="6830951" y="3630762"/>
              <a:ext cx="1299746" cy="420107"/>
            </a:xfrm>
            <a:custGeom>
              <a:rect b="b" l="l" r="r" t="t"/>
              <a:pathLst>
                <a:path extrusionOk="0" fill="none" h="5168" w="15989">
                  <a:moveTo>
                    <a:pt x="213" y="0"/>
                  </a:moveTo>
                  <a:lnTo>
                    <a:pt x="15988" y="1641"/>
                  </a:lnTo>
                  <a:lnTo>
                    <a:pt x="15988" y="3404"/>
                  </a:lnTo>
                  <a:lnTo>
                    <a:pt x="0" y="5167"/>
                  </a:lnTo>
                </a:path>
              </a:pathLst>
            </a:custGeom>
            <a:noFill/>
            <a:ln cap="flat" cmpd="sng" w="3425">
              <a:solidFill>
                <a:srgbClr val="092242"/>
              </a:solidFill>
              <a:prstDash val="solid"/>
              <a:miter lim="30395"/>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39" name="Google Shape;539;p62"/>
            <p:cNvSpPr/>
            <p:nvPr/>
          </p:nvSpPr>
          <p:spPr>
            <a:xfrm>
              <a:off x="4886332" y="3198299"/>
              <a:ext cx="1279992" cy="1277554"/>
            </a:xfrm>
            <a:custGeom>
              <a:rect b="b" l="l" r="r" t="t"/>
              <a:pathLst>
                <a:path extrusionOk="0" fill="none" h="15716" w="15746">
                  <a:moveTo>
                    <a:pt x="15746" y="7873"/>
                  </a:moveTo>
                  <a:cubicBezTo>
                    <a:pt x="15746" y="12190"/>
                    <a:pt x="12220" y="15715"/>
                    <a:pt x="7873" y="15715"/>
                  </a:cubicBezTo>
                  <a:cubicBezTo>
                    <a:pt x="3557" y="15715"/>
                    <a:pt x="1" y="12190"/>
                    <a:pt x="1" y="7873"/>
                  </a:cubicBezTo>
                  <a:cubicBezTo>
                    <a:pt x="1" y="3527"/>
                    <a:pt x="3557" y="1"/>
                    <a:pt x="7873" y="1"/>
                  </a:cubicBezTo>
                  <a:cubicBezTo>
                    <a:pt x="12250" y="31"/>
                    <a:pt x="15746" y="3527"/>
                    <a:pt x="15746" y="7873"/>
                  </a:cubicBezTo>
                  <a:close/>
                </a:path>
              </a:pathLst>
            </a:custGeom>
            <a:noFill/>
            <a:ln cap="flat" cmpd="sng" w="19075">
              <a:solidFill>
                <a:srgbClr val="006EED"/>
              </a:solidFill>
              <a:prstDash val="solid"/>
              <a:miter lim="30395"/>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0" name="Google Shape;540;p62"/>
            <p:cNvSpPr/>
            <p:nvPr/>
          </p:nvSpPr>
          <p:spPr>
            <a:xfrm>
              <a:off x="4945673" y="3252682"/>
              <a:ext cx="1168788" cy="1168788"/>
            </a:xfrm>
            <a:custGeom>
              <a:rect b="b" l="l" r="r" t="t"/>
              <a:pathLst>
                <a:path extrusionOk="0" fill="none" h="14378" w="14378">
                  <a:moveTo>
                    <a:pt x="14377" y="7204"/>
                  </a:moveTo>
                  <a:cubicBezTo>
                    <a:pt x="14377" y="11186"/>
                    <a:pt x="11125" y="14378"/>
                    <a:pt x="7174" y="14378"/>
                  </a:cubicBezTo>
                  <a:cubicBezTo>
                    <a:pt x="3192" y="14378"/>
                    <a:pt x="0" y="11156"/>
                    <a:pt x="0" y="7204"/>
                  </a:cubicBezTo>
                  <a:cubicBezTo>
                    <a:pt x="0" y="3192"/>
                    <a:pt x="3222" y="1"/>
                    <a:pt x="7174" y="1"/>
                  </a:cubicBezTo>
                  <a:cubicBezTo>
                    <a:pt x="11125" y="1"/>
                    <a:pt x="14377" y="3253"/>
                    <a:pt x="14377" y="7204"/>
                  </a:cubicBezTo>
                  <a:close/>
                </a:path>
              </a:pathLst>
            </a:custGeom>
            <a:noFill/>
            <a:ln cap="flat" cmpd="sng" w="9150">
              <a:solidFill>
                <a:srgbClr val="092242"/>
              </a:solidFill>
              <a:prstDash val="solid"/>
              <a:miter lim="30395"/>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1" name="Google Shape;541;p62"/>
            <p:cNvSpPr/>
            <p:nvPr/>
          </p:nvSpPr>
          <p:spPr>
            <a:xfrm>
              <a:off x="5432438" y="3741885"/>
              <a:ext cx="192820" cy="190381"/>
            </a:xfrm>
            <a:custGeom>
              <a:rect b="b" l="l" r="r" t="t"/>
              <a:pathLst>
                <a:path extrusionOk="0" h="2342" w="2372">
                  <a:moveTo>
                    <a:pt x="1186" y="1"/>
                  </a:moveTo>
                  <a:cubicBezTo>
                    <a:pt x="547" y="1"/>
                    <a:pt x="0" y="518"/>
                    <a:pt x="0" y="1186"/>
                  </a:cubicBezTo>
                  <a:cubicBezTo>
                    <a:pt x="0" y="1825"/>
                    <a:pt x="547" y="2341"/>
                    <a:pt x="1186" y="2341"/>
                  </a:cubicBezTo>
                  <a:cubicBezTo>
                    <a:pt x="1854" y="2341"/>
                    <a:pt x="2371" y="1825"/>
                    <a:pt x="2371" y="1186"/>
                  </a:cubicBezTo>
                  <a:cubicBezTo>
                    <a:pt x="2371" y="518"/>
                    <a:pt x="1854" y="1"/>
                    <a:pt x="1186" y="1"/>
                  </a:cubicBezTo>
                  <a:close/>
                </a:path>
              </a:pathLst>
            </a:custGeom>
            <a:solidFill>
              <a:srgbClr val="F7AC2D"/>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2" name="Google Shape;542;p62"/>
            <p:cNvSpPr/>
            <p:nvPr/>
          </p:nvSpPr>
          <p:spPr>
            <a:xfrm>
              <a:off x="7500537" y="4507881"/>
              <a:ext cx="1223171" cy="91533"/>
            </a:xfrm>
            <a:custGeom>
              <a:rect b="b" l="l" r="r" t="t"/>
              <a:pathLst>
                <a:path extrusionOk="0" h="1126" w="15047">
                  <a:moveTo>
                    <a:pt x="7508" y="1"/>
                  </a:moveTo>
                  <a:cubicBezTo>
                    <a:pt x="3374" y="1"/>
                    <a:pt x="0" y="274"/>
                    <a:pt x="0" y="578"/>
                  </a:cubicBezTo>
                  <a:cubicBezTo>
                    <a:pt x="0" y="882"/>
                    <a:pt x="3374" y="1125"/>
                    <a:pt x="7508" y="1125"/>
                  </a:cubicBezTo>
                  <a:cubicBezTo>
                    <a:pt x="11672" y="1125"/>
                    <a:pt x="15046" y="882"/>
                    <a:pt x="15046" y="578"/>
                  </a:cubicBezTo>
                  <a:cubicBezTo>
                    <a:pt x="15046" y="213"/>
                    <a:pt x="11672" y="1"/>
                    <a:pt x="7508" y="1"/>
                  </a:cubicBezTo>
                  <a:close/>
                </a:path>
              </a:pathLst>
            </a:custGeom>
            <a:solidFill>
              <a:srgbClr val="CFBF8B"/>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3" name="Google Shape;543;p62"/>
            <p:cNvSpPr/>
            <p:nvPr/>
          </p:nvSpPr>
          <p:spPr>
            <a:xfrm>
              <a:off x="7473386" y="3198299"/>
              <a:ext cx="1277472" cy="1277554"/>
            </a:xfrm>
            <a:custGeom>
              <a:rect b="b" l="l" r="r" t="t"/>
              <a:pathLst>
                <a:path extrusionOk="0" fill="none" h="15716" w="15715">
                  <a:moveTo>
                    <a:pt x="15715" y="7873"/>
                  </a:moveTo>
                  <a:cubicBezTo>
                    <a:pt x="15715" y="12190"/>
                    <a:pt x="12189" y="15715"/>
                    <a:pt x="7842" y="15715"/>
                  </a:cubicBezTo>
                  <a:cubicBezTo>
                    <a:pt x="3526" y="15715"/>
                    <a:pt x="0" y="12190"/>
                    <a:pt x="0" y="7873"/>
                  </a:cubicBezTo>
                  <a:cubicBezTo>
                    <a:pt x="0" y="3527"/>
                    <a:pt x="3526" y="1"/>
                    <a:pt x="7842" y="1"/>
                  </a:cubicBezTo>
                  <a:cubicBezTo>
                    <a:pt x="12219" y="31"/>
                    <a:pt x="15715" y="3527"/>
                    <a:pt x="15715" y="7873"/>
                  </a:cubicBezTo>
                  <a:close/>
                </a:path>
              </a:pathLst>
            </a:custGeom>
            <a:noFill/>
            <a:ln cap="flat" cmpd="sng" w="19075">
              <a:solidFill>
                <a:srgbClr val="006EED"/>
              </a:solidFill>
              <a:prstDash val="solid"/>
              <a:miter lim="30395"/>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4" name="Google Shape;544;p62"/>
            <p:cNvSpPr/>
            <p:nvPr/>
          </p:nvSpPr>
          <p:spPr>
            <a:xfrm>
              <a:off x="7530208" y="3252682"/>
              <a:ext cx="1168788" cy="1168788"/>
            </a:xfrm>
            <a:custGeom>
              <a:rect b="b" l="l" r="r" t="t"/>
              <a:pathLst>
                <a:path extrusionOk="0" fill="none" h="14378" w="14378">
                  <a:moveTo>
                    <a:pt x="14377" y="7204"/>
                  </a:moveTo>
                  <a:cubicBezTo>
                    <a:pt x="14377" y="11186"/>
                    <a:pt x="11155" y="14378"/>
                    <a:pt x="7204" y="14378"/>
                  </a:cubicBezTo>
                  <a:cubicBezTo>
                    <a:pt x="3192" y="14378"/>
                    <a:pt x="0" y="11156"/>
                    <a:pt x="0" y="7204"/>
                  </a:cubicBezTo>
                  <a:cubicBezTo>
                    <a:pt x="0" y="3192"/>
                    <a:pt x="3252" y="1"/>
                    <a:pt x="7204" y="1"/>
                  </a:cubicBezTo>
                  <a:cubicBezTo>
                    <a:pt x="11155" y="1"/>
                    <a:pt x="14377" y="3253"/>
                    <a:pt x="14377" y="7204"/>
                  </a:cubicBezTo>
                  <a:close/>
                </a:path>
              </a:pathLst>
            </a:custGeom>
            <a:noFill/>
            <a:ln cap="flat" cmpd="sng" w="9150">
              <a:solidFill>
                <a:srgbClr val="092242"/>
              </a:solidFill>
              <a:prstDash val="solid"/>
              <a:miter lim="30395"/>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5" name="Google Shape;545;p62"/>
            <p:cNvSpPr/>
            <p:nvPr/>
          </p:nvSpPr>
          <p:spPr>
            <a:xfrm>
              <a:off x="8019411" y="3741885"/>
              <a:ext cx="190300" cy="190381"/>
            </a:xfrm>
            <a:custGeom>
              <a:rect b="b" l="l" r="r" t="t"/>
              <a:pathLst>
                <a:path extrusionOk="0" h="2342" w="2341">
                  <a:moveTo>
                    <a:pt x="1186" y="1"/>
                  </a:moveTo>
                  <a:cubicBezTo>
                    <a:pt x="517" y="1"/>
                    <a:pt x="0" y="518"/>
                    <a:pt x="0" y="1186"/>
                  </a:cubicBezTo>
                  <a:cubicBezTo>
                    <a:pt x="0" y="1825"/>
                    <a:pt x="517" y="2341"/>
                    <a:pt x="1186" y="2341"/>
                  </a:cubicBezTo>
                  <a:cubicBezTo>
                    <a:pt x="1824" y="2341"/>
                    <a:pt x="2341" y="1825"/>
                    <a:pt x="2341" y="1186"/>
                  </a:cubicBezTo>
                  <a:cubicBezTo>
                    <a:pt x="2341" y="518"/>
                    <a:pt x="1824" y="1"/>
                    <a:pt x="1186" y="1"/>
                  </a:cubicBezTo>
                  <a:close/>
                </a:path>
              </a:pathLst>
            </a:custGeom>
            <a:solidFill>
              <a:srgbClr val="F7AC2D"/>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6" name="Google Shape;546;p62"/>
            <p:cNvSpPr/>
            <p:nvPr/>
          </p:nvSpPr>
          <p:spPr>
            <a:xfrm>
              <a:off x="6875417" y="2701699"/>
              <a:ext cx="358326" cy="1136678"/>
            </a:xfrm>
            <a:custGeom>
              <a:rect b="b" l="l" r="r" t="t"/>
              <a:pathLst>
                <a:path extrusionOk="0" fill="none" h="13983" w="4408">
                  <a:moveTo>
                    <a:pt x="4408" y="0"/>
                  </a:moveTo>
                  <a:lnTo>
                    <a:pt x="0" y="13982"/>
                  </a:lnTo>
                </a:path>
              </a:pathLst>
            </a:custGeom>
            <a:noFill/>
            <a:ln cap="rnd" cmpd="sng" w="9525">
              <a:solidFill>
                <a:srgbClr val="C76C1F"/>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7" name="Google Shape;547;p62"/>
            <p:cNvSpPr/>
            <p:nvPr/>
          </p:nvSpPr>
          <p:spPr>
            <a:xfrm>
              <a:off x="5528767" y="2536111"/>
              <a:ext cx="511558" cy="1304704"/>
            </a:xfrm>
            <a:custGeom>
              <a:rect b="b" l="l" r="r" t="t"/>
              <a:pathLst>
                <a:path extrusionOk="0" fill="none" h="16050" w="6293">
                  <a:moveTo>
                    <a:pt x="6293" y="1"/>
                  </a:moveTo>
                  <a:lnTo>
                    <a:pt x="3162" y="11734"/>
                  </a:lnTo>
                  <a:cubicBezTo>
                    <a:pt x="2797" y="13162"/>
                    <a:pt x="1976" y="14439"/>
                    <a:pt x="852" y="15351"/>
                  </a:cubicBezTo>
                  <a:lnTo>
                    <a:pt x="1" y="16050"/>
                  </a:lnTo>
                </a:path>
              </a:pathLst>
            </a:custGeom>
            <a:noFill/>
            <a:ln cap="rnd" cmpd="sng" w="9525">
              <a:solidFill>
                <a:srgbClr val="C76C1F"/>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8" name="Google Shape;548;p62"/>
            <p:cNvSpPr/>
            <p:nvPr/>
          </p:nvSpPr>
          <p:spPr>
            <a:xfrm>
              <a:off x="5756135" y="2499043"/>
              <a:ext cx="644955" cy="81"/>
            </a:xfrm>
            <a:custGeom>
              <a:rect b="b" l="l" r="r" t="t"/>
              <a:pathLst>
                <a:path extrusionOk="0" fill="none" h="1" w="7934">
                  <a:moveTo>
                    <a:pt x="0" y="1"/>
                  </a:moveTo>
                  <a:lnTo>
                    <a:pt x="7933" y="1"/>
                  </a:lnTo>
                </a:path>
              </a:pathLst>
            </a:custGeom>
            <a:noFill/>
            <a:ln cap="rnd" cmpd="sng" w="9525">
              <a:solidFill>
                <a:srgbClr val="C76C1F"/>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49" name="Google Shape;549;p62"/>
            <p:cNvSpPr/>
            <p:nvPr/>
          </p:nvSpPr>
          <p:spPr>
            <a:xfrm>
              <a:off x="7033526" y="2622603"/>
              <a:ext cx="397915" cy="106327"/>
            </a:xfrm>
            <a:custGeom>
              <a:rect b="b" l="l" r="r" t="t"/>
              <a:pathLst>
                <a:path extrusionOk="0" h="1308" w="4895">
                  <a:moveTo>
                    <a:pt x="639" y="1"/>
                  </a:moveTo>
                  <a:cubicBezTo>
                    <a:pt x="305" y="1"/>
                    <a:pt x="1" y="305"/>
                    <a:pt x="1" y="669"/>
                  </a:cubicBezTo>
                  <a:cubicBezTo>
                    <a:pt x="1" y="1004"/>
                    <a:pt x="305" y="1308"/>
                    <a:pt x="639" y="1308"/>
                  </a:cubicBezTo>
                  <a:lnTo>
                    <a:pt x="4256" y="1308"/>
                  </a:lnTo>
                  <a:cubicBezTo>
                    <a:pt x="4590" y="1308"/>
                    <a:pt x="4894" y="1034"/>
                    <a:pt x="4894" y="669"/>
                  </a:cubicBezTo>
                  <a:cubicBezTo>
                    <a:pt x="4894" y="305"/>
                    <a:pt x="4590" y="1"/>
                    <a:pt x="4256" y="1"/>
                  </a:cubicBezTo>
                  <a:close/>
                </a:path>
              </a:pathLst>
            </a:custGeom>
            <a:solidFill>
              <a:srgbClr val="C76C1F"/>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0" name="Google Shape;550;p62"/>
            <p:cNvSpPr/>
            <p:nvPr/>
          </p:nvSpPr>
          <p:spPr>
            <a:xfrm>
              <a:off x="5971066" y="2795589"/>
              <a:ext cx="1233007" cy="81"/>
            </a:xfrm>
            <a:custGeom>
              <a:rect b="b" l="l" r="r" t="t"/>
              <a:pathLst>
                <a:path extrusionOk="0" fill="none" h="1" w="15168">
                  <a:moveTo>
                    <a:pt x="0" y="0"/>
                  </a:moveTo>
                  <a:lnTo>
                    <a:pt x="15168" y="0"/>
                  </a:lnTo>
                </a:path>
              </a:pathLst>
            </a:custGeom>
            <a:noFill/>
            <a:ln cap="rnd" cmpd="sng" w="9525">
              <a:solidFill>
                <a:srgbClr val="C76C1F"/>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1" name="Google Shape;551;p62"/>
            <p:cNvSpPr/>
            <p:nvPr/>
          </p:nvSpPr>
          <p:spPr>
            <a:xfrm>
              <a:off x="6961909" y="2862328"/>
              <a:ext cx="1153912" cy="976049"/>
            </a:xfrm>
            <a:custGeom>
              <a:rect b="b" l="l" r="r" t="t"/>
              <a:pathLst>
                <a:path extrusionOk="0" fill="none" h="12007" w="14195">
                  <a:moveTo>
                    <a:pt x="2736" y="0"/>
                  </a:moveTo>
                  <a:cubicBezTo>
                    <a:pt x="2736" y="0"/>
                    <a:pt x="14195" y="1125"/>
                    <a:pt x="14195" y="12006"/>
                  </a:cubicBezTo>
                  <a:lnTo>
                    <a:pt x="0" y="12006"/>
                  </a:lnTo>
                </a:path>
              </a:pathLst>
            </a:custGeom>
            <a:noFill/>
            <a:ln cap="rnd" cmpd="sng" w="9525">
              <a:solidFill>
                <a:srgbClr val="C76C1F"/>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2" name="Google Shape;552;p62"/>
            <p:cNvSpPr/>
            <p:nvPr/>
          </p:nvSpPr>
          <p:spPr>
            <a:xfrm>
              <a:off x="6573912" y="3601823"/>
              <a:ext cx="514078" cy="475465"/>
            </a:xfrm>
            <a:custGeom>
              <a:rect b="b" l="l" r="r" t="t"/>
              <a:pathLst>
                <a:path extrusionOk="0" h="5849" w="6324">
                  <a:moveTo>
                    <a:pt x="3128" y="0"/>
                  </a:moveTo>
                  <a:cubicBezTo>
                    <a:pt x="1735" y="0"/>
                    <a:pt x="517" y="997"/>
                    <a:pt x="275" y="2423"/>
                  </a:cubicBezTo>
                  <a:cubicBezTo>
                    <a:pt x="1" y="4004"/>
                    <a:pt x="1034" y="5523"/>
                    <a:pt x="2645" y="5797"/>
                  </a:cubicBezTo>
                  <a:cubicBezTo>
                    <a:pt x="2828" y="5832"/>
                    <a:pt x="3009" y="5849"/>
                    <a:pt x="3188" y="5849"/>
                  </a:cubicBezTo>
                  <a:cubicBezTo>
                    <a:pt x="4560" y="5849"/>
                    <a:pt x="5777" y="4855"/>
                    <a:pt x="6019" y="3456"/>
                  </a:cubicBezTo>
                  <a:cubicBezTo>
                    <a:pt x="6323" y="1846"/>
                    <a:pt x="5259" y="326"/>
                    <a:pt x="3679" y="52"/>
                  </a:cubicBezTo>
                  <a:cubicBezTo>
                    <a:pt x="3493" y="17"/>
                    <a:pt x="3309" y="0"/>
                    <a:pt x="3128" y="0"/>
                  </a:cubicBezTo>
                  <a:close/>
                </a:path>
              </a:pathLst>
            </a:custGeom>
            <a:solidFill>
              <a:srgbClr val="F7AC2D"/>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3" name="Google Shape;553;p62"/>
            <p:cNvSpPr/>
            <p:nvPr/>
          </p:nvSpPr>
          <p:spPr>
            <a:xfrm>
              <a:off x="6850705" y="4174348"/>
              <a:ext cx="219971" cy="44547"/>
            </a:xfrm>
            <a:custGeom>
              <a:rect b="b" l="l" r="r" t="t"/>
              <a:pathLst>
                <a:path extrusionOk="0" h="548" w="2706">
                  <a:moveTo>
                    <a:pt x="0" y="0"/>
                  </a:moveTo>
                  <a:lnTo>
                    <a:pt x="0" y="547"/>
                  </a:lnTo>
                  <a:lnTo>
                    <a:pt x="2706" y="547"/>
                  </a:lnTo>
                  <a:lnTo>
                    <a:pt x="2706" y="0"/>
                  </a:lnTo>
                  <a:close/>
                </a:path>
              </a:pathLst>
            </a:custGeom>
            <a:solidFill>
              <a:srgbClr val="006EED"/>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4" name="Google Shape;554;p62"/>
            <p:cNvSpPr/>
            <p:nvPr/>
          </p:nvSpPr>
          <p:spPr>
            <a:xfrm>
              <a:off x="6830951" y="3838295"/>
              <a:ext cx="150793" cy="360846"/>
            </a:xfrm>
            <a:custGeom>
              <a:rect b="b" l="l" r="r" t="t"/>
              <a:pathLst>
                <a:path extrusionOk="0" fill="none" h="4439" w="1855">
                  <a:moveTo>
                    <a:pt x="0" y="0"/>
                  </a:moveTo>
                  <a:lnTo>
                    <a:pt x="1854" y="4438"/>
                  </a:lnTo>
                </a:path>
              </a:pathLst>
            </a:custGeom>
            <a:noFill/>
            <a:ln cap="flat" cmpd="sng" w="4575">
              <a:solidFill>
                <a:srgbClr val="092242"/>
              </a:solidFill>
              <a:prstDash val="solid"/>
              <a:miter lim="30395"/>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5" name="Google Shape;555;p62"/>
            <p:cNvSpPr/>
            <p:nvPr/>
          </p:nvSpPr>
          <p:spPr>
            <a:xfrm>
              <a:off x="5071673" y="2634960"/>
              <a:ext cx="714133" cy="400353"/>
            </a:xfrm>
            <a:custGeom>
              <a:rect b="b" l="l" r="r" t="t"/>
              <a:pathLst>
                <a:path extrusionOk="0" h="4925" w="8785">
                  <a:moveTo>
                    <a:pt x="0" y="1"/>
                  </a:moveTo>
                  <a:lnTo>
                    <a:pt x="0" y="2128"/>
                  </a:lnTo>
                  <a:cubicBezTo>
                    <a:pt x="0" y="3648"/>
                    <a:pt x="1277" y="4925"/>
                    <a:pt x="2797" y="4925"/>
                  </a:cubicBezTo>
                  <a:lnTo>
                    <a:pt x="8785" y="4925"/>
                  </a:lnTo>
                  <a:lnTo>
                    <a:pt x="8785" y="1"/>
                  </a:lnTo>
                  <a:close/>
                </a:path>
              </a:pathLst>
            </a:custGeom>
            <a:solidFill>
              <a:srgbClr val="006EED"/>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6" name="Google Shape;556;p62"/>
            <p:cNvSpPr/>
            <p:nvPr/>
          </p:nvSpPr>
          <p:spPr>
            <a:xfrm>
              <a:off x="5415123" y="2728849"/>
              <a:ext cx="570818" cy="81"/>
            </a:xfrm>
            <a:custGeom>
              <a:rect b="b" l="l" r="r" t="t"/>
              <a:pathLst>
                <a:path extrusionOk="0" fill="none" h="1" w="7022">
                  <a:moveTo>
                    <a:pt x="7022" y="1"/>
                  </a:moveTo>
                  <a:lnTo>
                    <a:pt x="0" y="1"/>
                  </a:lnTo>
                </a:path>
              </a:pathLst>
            </a:custGeom>
            <a:noFill/>
            <a:ln cap="rnd" cmpd="sng" w="9525">
              <a:solidFill>
                <a:srgbClr val="C76C1F"/>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7" name="Google Shape;557;p62"/>
            <p:cNvSpPr/>
            <p:nvPr/>
          </p:nvSpPr>
          <p:spPr>
            <a:xfrm>
              <a:off x="6796322" y="4038431"/>
              <a:ext cx="249642" cy="135998"/>
            </a:xfrm>
            <a:custGeom>
              <a:rect b="b" l="l" r="r" t="t"/>
              <a:pathLst>
                <a:path extrusionOk="0" h="1673" w="3071">
                  <a:moveTo>
                    <a:pt x="1885" y="0"/>
                  </a:moveTo>
                  <a:cubicBezTo>
                    <a:pt x="1885" y="0"/>
                    <a:pt x="1885" y="335"/>
                    <a:pt x="1703" y="882"/>
                  </a:cubicBezTo>
                  <a:cubicBezTo>
                    <a:pt x="1520" y="1368"/>
                    <a:pt x="1" y="1581"/>
                    <a:pt x="1" y="1581"/>
                  </a:cubicBezTo>
                  <a:lnTo>
                    <a:pt x="2797" y="1672"/>
                  </a:lnTo>
                  <a:lnTo>
                    <a:pt x="3071" y="61"/>
                  </a:lnTo>
                  <a:lnTo>
                    <a:pt x="1885" y="0"/>
                  </a:lnTo>
                  <a:close/>
                </a:path>
              </a:pathLst>
            </a:custGeom>
            <a:solidFill>
              <a:srgbClr val="092242"/>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8" name="Google Shape;558;p62"/>
            <p:cNvSpPr/>
            <p:nvPr/>
          </p:nvSpPr>
          <p:spPr>
            <a:xfrm>
              <a:off x="6907526" y="2385399"/>
              <a:ext cx="627640" cy="1690182"/>
            </a:xfrm>
            <a:custGeom>
              <a:rect b="b" l="l" r="r" t="t"/>
              <a:pathLst>
                <a:path extrusionOk="0" h="20792" w="7721">
                  <a:moveTo>
                    <a:pt x="1824" y="1"/>
                  </a:moveTo>
                  <a:lnTo>
                    <a:pt x="0" y="20791"/>
                  </a:lnTo>
                  <a:lnTo>
                    <a:pt x="2007" y="20791"/>
                  </a:lnTo>
                  <a:cubicBezTo>
                    <a:pt x="2007" y="20791"/>
                    <a:pt x="6262" y="6961"/>
                    <a:pt x="6991" y="4226"/>
                  </a:cubicBezTo>
                  <a:cubicBezTo>
                    <a:pt x="7721" y="1490"/>
                    <a:pt x="7326" y="426"/>
                    <a:pt x="7326" y="426"/>
                  </a:cubicBezTo>
                  <a:lnTo>
                    <a:pt x="1824" y="1"/>
                  </a:lnTo>
                  <a:close/>
                </a:path>
              </a:pathLst>
            </a:custGeom>
            <a:solidFill>
              <a:srgbClr val="609A92"/>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59" name="Google Shape;559;p62"/>
            <p:cNvSpPr/>
            <p:nvPr/>
          </p:nvSpPr>
          <p:spPr>
            <a:xfrm>
              <a:off x="6615939" y="1431116"/>
              <a:ext cx="375641" cy="373202"/>
            </a:xfrm>
            <a:custGeom>
              <a:rect b="b" l="l" r="r" t="t"/>
              <a:pathLst>
                <a:path extrusionOk="0" h="4591" w="4621">
                  <a:moveTo>
                    <a:pt x="2037" y="1"/>
                  </a:moveTo>
                  <a:lnTo>
                    <a:pt x="700" y="913"/>
                  </a:lnTo>
                  <a:lnTo>
                    <a:pt x="913" y="1217"/>
                  </a:lnTo>
                  <a:cubicBezTo>
                    <a:pt x="913" y="1217"/>
                    <a:pt x="1" y="1916"/>
                    <a:pt x="244" y="2524"/>
                  </a:cubicBezTo>
                  <a:cubicBezTo>
                    <a:pt x="457" y="3131"/>
                    <a:pt x="973" y="2888"/>
                    <a:pt x="1338" y="3192"/>
                  </a:cubicBezTo>
                  <a:cubicBezTo>
                    <a:pt x="1733" y="3496"/>
                    <a:pt x="2098" y="4590"/>
                    <a:pt x="2098" y="4590"/>
                  </a:cubicBezTo>
                  <a:lnTo>
                    <a:pt x="4195" y="4408"/>
                  </a:lnTo>
                  <a:lnTo>
                    <a:pt x="4013" y="2979"/>
                  </a:lnTo>
                  <a:cubicBezTo>
                    <a:pt x="4013" y="2979"/>
                    <a:pt x="4621" y="1976"/>
                    <a:pt x="4438" y="1399"/>
                  </a:cubicBezTo>
                  <a:cubicBezTo>
                    <a:pt x="4347" y="821"/>
                    <a:pt x="2037" y="1"/>
                    <a:pt x="2037" y="1"/>
                  </a:cubicBezTo>
                  <a:close/>
                </a:path>
              </a:pathLst>
            </a:custGeom>
            <a:solidFill>
              <a:srgbClr val="E68CA3"/>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60" name="Google Shape;560;p62"/>
            <p:cNvSpPr/>
            <p:nvPr/>
          </p:nvSpPr>
          <p:spPr>
            <a:xfrm>
              <a:off x="6665363" y="1326821"/>
              <a:ext cx="560982" cy="430512"/>
            </a:xfrm>
            <a:custGeom>
              <a:rect b="b" l="l" r="r" t="t"/>
              <a:pathLst>
                <a:path extrusionOk="0" h="5296" w="6901">
                  <a:moveTo>
                    <a:pt x="3322" y="1"/>
                  </a:moveTo>
                  <a:cubicBezTo>
                    <a:pt x="2916" y="1"/>
                    <a:pt x="2671" y="348"/>
                    <a:pt x="2402" y="463"/>
                  </a:cubicBezTo>
                  <a:cubicBezTo>
                    <a:pt x="1976" y="676"/>
                    <a:pt x="1672" y="615"/>
                    <a:pt x="852" y="1041"/>
                  </a:cubicBezTo>
                  <a:cubicBezTo>
                    <a:pt x="1" y="1466"/>
                    <a:pt x="578" y="1892"/>
                    <a:pt x="578" y="1892"/>
                  </a:cubicBezTo>
                  <a:lnTo>
                    <a:pt x="1460" y="1344"/>
                  </a:lnTo>
                  <a:cubicBezTo>
                    <a:pt x="1642" y="2317"/>
                    <a:pt x="2675" y="2712"/>
                    <a:pt x="3131" y="2925"/>
                  </a:cubicBezTo>
                  <a:cubicBezTo>
                    <a:pt x="3587" y="3168"/>
                    <a:pt x="3131" y="3989"/>
                    <a:pt x="3253" y="4414"/>
                  </a:cubicBezTo>
                  <a:cubicBezTo>
                    <a:pt x="3344" y="4840"/>
                    <a:pt x="4013" y="5266"/>
                    <a:pt x="4499" y="5296"/>
                  </a:cubicBezTo>
                  <a:cubicBezTo>
                    <a:pt x="4986" y="5296"/>
                    <a:pt x="4317" y="4749"/>
                    <a:pt x="4317" y="4749"/>
                  </a:cubicBezTo>
                  <a:lnTo>
                    <a:pt x="4317" y="4749"/>
                  </a:lnTo>
                  <a:cubicBezTo>
                    <a:pt x="4317" y="4749"/>
                    <a:pt x="4737" y="4841"/>
                    <a:pt x="5185" y="4841"/>
                  </a:cubicBezTo>
                  <a:cubicBezTo>
                    <a:pt x="5508" y="4841"/>
                    <a:pt x="5845" y="4793"/>
                    <a:pt x="6049" y="4627"/>
                  </a:cubicBezTo>
                  <a:cubicBezTo>
                    <a:pt x="6536" y="4202"/>
                    <a:pt x="5745" y="3776"/>
                    <a:pt x="5745" y="3776"/>
                  </a:cubicBezTo>
                  <a:cubicBezTo>
                    <a:pt x="5745" y="3776"/>
                    <a:pt x="6505" y="3746"/>
                    <a:pt x="6688" y="2803"/>
                  </a:cubicBezTo>
                  <a:cubicBezTo>
                    <a:pt x="6900" y="1800"/>
                    <a:pt x="5138" y="1770"/>
                    <a:pt x="5138" y="1770"/>
                  </a:cubicBezTo>
                  <a:cubicBezTo>
                    <a:pt x="5138" y="1770"/>
                    <a:pt x="5259" y="1436"/>
                    <a:pt x="4226" y="463"/>
                  </a:cubicBezTo>
                  <a:cubicBezTo>
                    <a:pt x="3846" y="117"/>
                    <a:pt x="3557" y="1"/>
                    <a:pt x="3322" y="1"/>
                  </a:cubicBezTo>
                  <a:close/>
                </a:path>
              </a:pathLst>
            </a:custGeom>
            <a:solidFill>
              <a:srgbClr val="0B2B52"/>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61" name="Google Shape;561;p62"/>
            <p:cNvSpPr/>
            <p:nvPr/>
          </p:nvSpPr>
          <p:spPr>
            <a:xfrm>
              <a:off x="7325113" y="1161660"/>
              <a:ext cx="694379" cy="628372"/>
            </a:xfrm>
            <a:custGeom>
              <a:rect b="b" l="l" r="r" t="t"/>
              <a:pathLst>
                <a:path extrusionOk="0" h="7730" w="8542">
                  <a:moveTo>
                    <a:pt x="8062" y="0"/>
                  </a:moveTo>
                  <a:cubicBezTo>
                    <a:pt x="7856" y="0"/>
                    <a:pt x="7295" y="1711"/>
                    <a:pt x="7295" y="1711"/>
                  </a:cubicBezTo>
                  <a:lnTo>
                    <a:pt x="0" y="6210"/>
                  </a:lnTo>
                  <a:lnTo>
                    <a:pt x="791" y="7729"/>
                  </a:lnTo>
                  <a:lnTo>
                    <a:pt x="7660" y="2289"/>
                  </a:lnTo>
                  <a:cubicBezTo>
                    <a:pt x="7680" y="2294"/>
                    <a:pt x="7700" y="2296"/>
                    <a:pt x="7719" y="2296"/>
                  </a:cubicBezTo>
                  <a:cubicBezTo>
                    <a:pt x="8152" y="2296"/>
                    <a:pt x="8541" y="1073"/>
                    <a:pt x="8541" y="1073"/>
                  </a:cubicBezTo>
                  <a:lnTo>
                    <a:pt x="8541" y="1073"/>
                  </a:lnTo>
                  <a:lnTo>
                    <a:pt x="8086" y="1103"/>
                  </a:lnTo>
                  <a:cubicBezTo>
                    <a:pt x="8086" y="1103"/>
                    <a:pt x="8268" y="161"/>
                    <a:pt x="8086" y="9"/>
                  </a:cubicBezTo>
                  <a:cubicBezTo>
                    <a:pt x="8078" y="3"/>
                    <a:pt x="8071" y="0"/>
                    <a:pt x="8062" y="0"/>
                  </a:cubicBezTo>
                  <a:close/>
                </a:path>
              </a:pathLst>
            </a:custGeom>
            <a:solidFill>
              <a:srgbClr val="E68CA3"/>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62" name="Google Shape;562;p62"/>
            <p:cNvSpPr/>
            <p:nvPr/>
          </p:nvSpPr>
          <p:spPr>
            <a:xfrm>
              <a:off x="5817834" y="1238235"/>
              <a:ext cx="694460" cy="628372"/>
            </a:xfrm>
            <a:custGeom>
              <a:rect b="b" l="l" r="r" t="t"/>
              <a:pathLst>
                <a:path extrusionOk="0" h="7730" w="8543">
                  <a:moveTo>
                    <a:pt x="480" y="0"/>
                  </a:moveTo>
                  <a:cubicBezTo>
                    <a:pt x="472" y="0"/>
                    <a:pt x="464" y="3"/>
                    <a:pt x="457" y="9"/>
                  </a:cubicBezTo>
                  <a:cubicBezTo>
                    <a:pt x="244" y="161"/>
                    <a:pt x="457" y="1103"/>
                    <a:pt x="457" y="1103"/>
                  </a:cubicBezTo>
                  <a:lnTo>
                    <a:pt x="1" y="1073"/>
                  </a:lnTo>
                  <a:lnTo>
                    <a:pt x="1" y="1073"/>
                  </a:lnTo>
                  <a:cubicBezTo>
                    <a:pt x="1" y="1073"/>
                    <a:pt x="362" y="2297"/>
                    <a:pt x="793" y="2297"/>
                  </a:cubicBezTo>
                  <a:cubicBezTo>
                    <a:pt x="812" y="2297"/>
                    <a:pt x="832" y="2294"/>
                    <a:pt x="852" y="2289"/>
                  </a:cubicBezTo>
                  <a:lnTo>
                    <a:pt x="7752" y="7730"/>
                  </a:lnTo>
                  <a:lnTo>
                    <a:pt x="8542" y="6210"/>
                  </a:lnTo>
                  <a:lnTo>
                    <a:pt x="1247" y="1742"/>
                  </a:lnTo>
                  <a:cubicBezTo>
                    <a:pt x="1247" y="1742"/>
                    <a:pt x="685" y="0"/>
                    <a:pt x="480" y="0"/>
                  </a:cubicBezTo>
                  <a:close/>
                </a:path>
              </a:pathLst>
            </a:custGeom>
            <a:solidFill>
              <a:srgbClr val="E68CA3"/>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563" name="Google Shape;563;p62"/>
            <p:cNvSpPr/>
            <p:nvPr/>
          </p:nvSpPr>
          <p:spPr>
            <a:xfrm>
              <a:off x="6420762" y="1639238"/>
              <a:ext cx="1163829" cy="816802"/>
            </a:xfrm>
            <a:custGeom>
              <a:rect b="b" l="l" r="r" t="t"/>
              <a:pathLst>
                <a:path extrusionOk="0" h="10048" w="14317">
                  <a:moveTo>
                    <a:pt x="11216" y="0"/>
                  </a:moveTo>
                  <a:cubicBezTo>
                    <a:pt x="11216" y="0"/>
                    <a:pt x="9302" y="1125"/>
                    <a:pt x="8329" y="1429"/>
                  </a:cubicBezTo>
                  <a:cubicBezTo>
                    <a:pt x="7535" y="1711"/>
                    <a:pt x="6202" y="1906"/>
                    <a:pt x="4801" y="1906"/>
                  </a:cubicBezTo>
                  <a:cubicBezTo>
                    <a:pt x="4540" y="1906"/>
                    <a:pt x="4276" y="1899"/>
                    <a:pt x="4013" y="1885"/>
                  </a:cubicBezTo>
                  <a:cubicBezTo>
                    <a:pt x="2680" y="1826"/>
                    <a:pt x="972" y="1276"/>
                    <a:pt x="829" y="1276"/>
                  </a:cubicBezTo>
                  <a:cubicBezTo>
                    <a:pt x="825" y="1276"/>
                    <a:pt x="823" y="1276"/>
                    <a:pt x="821" y="1277"/>
                  </a:cubicBezTo>
                  <a:lnTo>
                    <a:pt x="0" y="3070"/>
                  </a:lnTo>
                  <a:cubicBezTo>
                    <a:pt x="1611" y="3709"/>
                    <a:pt x="3010" y="5684"/>
                    <a:pt x="3922" y="6930"/>
                  </a:cubicBezTo>
                  <a:cubicBezTo>
                    <a:pt x="4894" y="8207"/>
                    <a:pt x="5320" y="9940"/>
                    <a:pt x="6839" y="9940"/>
                  </a:cubicBezTo>
                  <a:cubicBezTo>
                    <a:pt x="7853" y="9940"/>
                    <a:pt x="10217" y="10048"/>
                    <a:pt x="11887" y="10048"/>
                  </a:cubicBezTo>
                  <a:cubicBezTo>
                    <a:pt x="12723" y="10048"/>
                    <a:pt x="13385" y="10021"/>
                    <a:pt x="13618" y="9940"/>
                  </a:cubicBezTo>
                  <a:cubicBezTo>
                    <a:pt x="14317" y="9727"/>
                    <a:pt x="13739" y="9180"/>
                    <a:pt x="12706" y="8572"/>
                  </a:cubicBezTo>
                  <a:cubicBezTo>
                    <a:pt x="11733" y="7964"/>
                    <a:pt x="9970" y="3861"/>
                    <a:pt x="9970" y="3861"/>
                  </a:cubicBezTo>
                  <a:lnTo>
                    <a:pt x="12280" y="1885"/>
                  </a:lnTo>
                  <a:lnTo>
                    <a:pt x="11216" y="0"/>
                  </a:lnTo>
                  <a:close/>
                </a:path>
              </a:pathLst>
            </a:custGeom>
            <a:solidFill>
              <a:srgbClr val="ED0F51"/>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rgbClr val="E06666"/>
                </a:solidFill>
                <a:latin typeface="Times New Roman"/>
                <a:ea typeface="Times New Roman"/>
                <a:cs typeface="Times New Roman"/>
                <a:sym typeface="Times New Roman"/>
              </a:rPr>
              <a:t>Model 1 Results </a:t>
            </a:r>
            <a:endParaRPr sz="3000">
              <a:solidFill>
                <a:schemeClr val="dk2"/>
              </a:solidFill>
            </a:endParaRPr>
          </a:p>
          <a:p>
            <a:pPr indent="0" lvl="0" marL="0" rtl="0" algn="l">
              <a:spcBef>
                <a:spcPts val="0"/>
              </a:spcBef>
              <a:spcAft>
                <a:spcPts val="0"/>
              </a:spcAft>
              <a:buNone/>
            </a:pPr>
            <a:r>
              <a:t/>
            </a:r>
            <a:endParaRPr/>
          </a:p>
        </p:txBody>
      </p:sp>
      <p:sp>
        <p:nvSpPr>
          <p:cNvPr id="569" name="Google Shape;569;p63"/>
          <p:cNvSpPr txBox="1"/>
          <p:nvPr/>
        </p:nvSpPr>
        <p:spPr>
          <a:xfrm>
            <a:off x="831375" y="1224200"/>
            <a:ext cx="7491300" cy="341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Residual Standard Error ≈ 13,080</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model’s predictions are off by about </a:t>
            </a:r>
            <a:r>
              <a:rPr b="1" lang="en" sz="1200">
                <a:solidFill>
                  <a:schemeClr val="dk1"/>
                </a:solidFill>
                <a:latin typeface="Times New Roman"/>
                <a:ea typeface="Times New Roman"/>
                <a:cs typeface="Times New Roman"/>
                <a:sym typeface="Times New Roman"/>
              </a:rPr>
              <a:t>13k rides</a:t>
            </a:r>
            <a:r>
              <a:rPr lang="en" sz="1200">
                <a:solidFill>
                  <a:schemeClr val="dk1"/>
                </a:solidFill>
                <a:latin typeface="Times New Roman"/>
                <a:ea typeface="Times New Roman"/>
                <a:cs typeface="Times New Roman"/>
                <a:sym typeface="Times New Roman"/>
              </a:rPr>
              <a:t> on average.</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Multiple R² = 0.3067 (~31%)</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model explains only ~31% of the variation in average monthly rides.</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200">
                <a:solidFill>
                  <a:schemeClr val="dk1"/>
                </a:solidFill>
                <a:latin typeface="Times New Roman"/>
                <a:ea typeface="Times New Roman"/>
                <a:cs typeface="Times New Roman"/>
                <a:sym typeface="Times New Roman"/>
              </a:rPr>
              <a:t>Adjusted R² = –0.6177</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added predictors do not actually improve prediction. </a:t>
            </a:r>
            <a:r>
              <a:rPr lang="en" sz="1200">
                <a:solidFill>
                  <a:schemeClr val="dk1"/>
                </a:solidFill>
                <a:latin typeface="Times New Roman"/>
                <a:ea typeface="Times New Roman"/>
                <a:cs typeface="Times New Roman"/>
                <a:sym typeface="Times New Roman"/>
              </a:rPr>
              <a:t>Useless</a:t>
            </a:r>
            <a:r>
              <a:rPr lang="en" sz="1200">
                <a:solidFill>
                  <a:schemeClr val="dk1"/>
                </a:solidFill>
                <a:latin typeface="Times New Roman"/>
                <a:ea typeface="Times New Roman"/>
                <a:cs typeface="Times New Roman"/>
                <a:sym typeface="Times New Roman"/>
              </a:rPr>
              <a:t> predictors were </a:t>
            </a:r>
            <a:r>
              <a:rPr lang="en" sz="1200">
                <a:solidFill>
                  <a:schemeClr val="dk1"/>
                </a:solidFill>
                <a:latin typeface="Times New Roman"/>
                <a:ea typeface="Times New Roman"/>
                <a:cs typeface="Times New Roman"/>
                <a:sym typeface="Times New Roman"/>
              </a:rPr>
              <a:t>strongly</a:t>
            </a:r>
            <a:r>
              <a:rPr lang="en" sz="1200">
                <a:solidFill>
                  <a:schemeClr val="dk1"/>
                </a:solidFill>
                <a:latin typeface="Times New Roman"/>
                <a:ea typeface="Times New Roman"/>
                <a:cs typeface="Times New Roman"/>
                <a:sym typeface="Times New Roman"/>
              </a:rPr>
              <a:t> penalized.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200">
                <a:solidFill>
                  <a:schemeClr val="dk1"/>
                </a:solidFill>
                <a:latin typeface="Times New Roman"/>
                <a:ea typeface="Times New Roman"/>
                <a:cs typeface="Times New Roman"/>
                <a:sym typeface="Times New Roman"/>
              </a:rPr>
              <a:t>F-statistic p-value = 0.9965</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model is NOT statistically significant overall, the predictors do not meaningfully explain average monthly ridership.</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200">
                <a:solidFill>
                  <a:schemeClr val="dk1"/>
                </a:solidFill>
                <a:latin typeface="Times New Roman"/>
                <a:ea typeface="Times New Roman"/>
                <a:cs typeface="Times New Roman"/>
                <a:sym typeface="Times New Roman"/>
              </a:rPr>
              <a:t>Conclusion</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full model with many categorical variables (CITY, TYPE, CATEGORY) is overfitting</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There is no statistical evidence that universities closer to Bluebike stations or T stops have higher Bluebike usage</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rgbClr val="E06666"/>
                </a:solidFill>
                <a:latin typeface="Times New Roman"/>
                <a:ea typeface="Times New Roman"/>
                <a:cs typeface="Times New Roman"/>
                <a:sym typeface="Times New Roman"/>
              </a:rPr>
              <a:t>Model 2: Solely Academic Months</a:t>
            </a:r>
            <a:endParaRPr sz="3000">
              <a:solidFill>
                <a:schemeClr val="dk2"/>
              </a:solidFill>
            </a:endParaRPr>
          </a:p>
          <a:p>
            <a:pPr indent="0" lvl="0" marL="0" rtl="0" algn="l">
              <a:spcBef>
                <a:spcPts val="0"/>
              </a:spcBef>
              <a:spcAft>
                <a:spcPts val="0"/>
              </a:spcAft>
              <a:buNone/>
            </a:pPr>
            <a:r>
              <a:t/>
            </a:r>
            <a:endParaRPr/>
          </a:p>
        </p:txBody>
      </p:sp>
      <p:sp>
        <p:nvSpPr>
          <p:cNvPr id="575" name="Google Shape;575;p64"/>
          <p:cNvSpPr txBox="1"/>
          <p:nvPr/>
        </p:nvSpPr>
        <p:spPr>
          <a:xfrm>
            <a:off x="904450" y="1425200"/>
            <a:ext cx="7519500" cy="306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Academic Months Regression Model</a:t>
            </a:r>
            <a:endParaRPr b="1" sz="1200">
              <a:solidFill>
                <a:schemeClr val="dk1"/>
              </a:solidFill>
              <a:latin typeface="Times New Roman"/>
              <a:ea typeface="Times New Roman"/>
              <a:cs typeface="Times New Roman"/>
              <a:sym typeface="Times New Roman"/>
            </a:endParaRPr>
          </a:p>
          <a:p>
            <a:pPr indent="-304800" lvl="0" marL="457200" rtl="0" algn="l">
              <a:lnSpc>
                <a:spcPct val="150000"/>
              </a:lnSpc>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Uses the same variables as our full model</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(Student Population, Distance to Bluebike Station, Distance to T-Stop, CITY, TYPE, CATEGORY)</a:t>
            </a:r>
            <a:endParaRPr sz="1200">
              <a:solidFill>
                <a:schemeClr val="dk1"/>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But only includes months where universities are in session:</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Jan, Feb, Mar, Apr, Sept, Oct, Nov, Dec</a:t>
            </a:r>
            <a:endParaRPr sz="1200">
              <a:solidFill>
                <a:schemeClr val="dk1"/>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Purpose: To see whether university characteristics explain Bluebikes usage during the school year, excluding summer ridership.</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Open Sans"/>
              <a:ea typeface="Open Sans"/>
              <a:cs typeface="Open Sans"/>
              <a:sym typeface="Open Sans"/>
            </a:endParaRPr>
          </a:p>
        </p:txBody>
      </p:sp>
      <p:grpSp>
        <p:nvGrpSpPr>
          <p:cNvPr id="576" name="Google Shape;576;p64"/>
          <p:cNvGrpSpPr/>
          <p:nvPr/>
        </p:nvGrpSpPr>
        <p:grpSpPr>
          <a:xfrm>
            <a:off x="527466" y="3602589"/>
            <a:ext cx="1886676" cy="1198312"/>
            <a:chOff x="2399838" y="3003655"/>
            <a:chExt cx="2104022" cy="1336358"/>
          </a:xfrm>
        </p:grpSpPr>
        <p:sp>
          <p:nvSpPr>
            <p:cNvPr id="577" name="Google Shape;577;p64"/>
            <p:cNvSpPr/>
            <p:nvPr/>
          </p:nvSpPr>
          <p:spPr>
            <a:xfrm>
              <a:off x="3940764" y="4297016"/>
              <a:ext cx="559673" cy="42997"/>
            </a:xfrm>
            <a:custGeom>
              <a:rect b="b" l="l" r="r" t="t"/>
              <a:pathLst>
                <a:path extrusionOk="0" h="1156" w="15047">
                  <a:moveTo>
                    <a:pt x="7509" y="0"/>
                  </a:moveTo>
                  <a:cubicBezTo>
                    <a:pt x="3375" y="0"/>
                    <a:pt x="1" y="274"/>
                    <a:pt x="1" y="578"/>
                  </a:cubicBezTo>
                  <a:cubicBezTo>
                    <a:pt x="1" y="882"/>
                    <a:pt x="3375" y="1155"/>
                    <a:pt x="7509" y="1155"/>
                  </a:cubicBezTo>
                  <a:cubicBezTo>
                    <a:pt x="11643" y="1155"/>
                    <a:pt x="15047" y="882"/>
                    <a:pt x="15047" y="578"/>
                  </a:cubicBezTo>
                  <a:cubicBezTo>
                    <a:pt x="15047" y="274"/>
                    <a:pt x="11643" y="0"/>
                    <a:pt x="7509" y="0"/>
                  </a:cubicBezTo>
                  <a:close/>
                </a:path>
              </a:pathLst>
            </a:custGeom>
            <a:solidFill>
              <a:srgbClr val="CFB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4"/>
            <p:cNvSpPr/>
            <p:nvPr/>
          </p:nvSpPr>
          <p:spPr>
            <a:xfrm>
              <a:off x="2432643" y="4297016"/>
              <a:ext cx="559636" cy="42997"/>
            </a:xfrm>
            <a:custGeom>
              <a:rect b="b" l="l" r="r" t="t"/>
              <a:pathLst>
                <a:path extrusionOk="0" h="1156" w="15046">
                  <a:moveTo>
                    <a:pt x="7508" y="0"/>
                  </a:moveTo>
                  <a:cubicBezTo>
                    <a:pt x="3374" y="0"/>
                    <a:pt x="0" y="274"/>
                    <a:pt x="0" y="578"/>
                  </a:cubicBezTo>
                  <a:cubicBezTo>
                    <a:pt x="0" y="882"/>
                    <a:pt x="3374" y="1155"/>
                    <a:pt x="7508" y="1155"/>
                  </a:cubicBezTo>
                  <a:cubicBezTo>
                    <a:pt x="11672" y="1155"/>
                    <a:pt x="15046" y="882"/>
                    <a:pt x="15046" y="578"/>
                  </a:cubicBezTo>
                  <a:cubicBezTo>
                    <a:pt x="15046" y="274"/>
                    <a:pt x="11702" y="0"/>
                    <a:pt x="7508" y="0"/>
                  </a:cubicBezTo>
                  <a:close/>
                </a:path>
              </a:pathLst>
            </a:custGeom>
            <a:solidFill>
              <a:srgbClr val="CFB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4"/>
            <p:cNvSpPr/>
            <p:nvPr/>
          </p:nvSpPr>
          <p:spPr>
            <a:xfrm>
              <a:off x="2471065" y="3798425"/>
              <a:ext cx="483907" cy="485060"/>
            </a:xfrm>
            <a:custGeom>
              <a:rect b="b" l="l" r="r" t="t"/>
              <a:pathLst>
                <a:path extrusionOk="0" fill="none" h="13041" w="13010">
                  <a:moveTo>
                    <a:pt x="11824" y="4347"/>
                  </a:moveTo>
                  <a:cubicBezTo>
                    <a:pt x="13010" y="7265"/>
                    <a:pt x="11612" y="10639"/>
                    <a:pt x="8694" y="11824"/>
                  </a:cubicBezTo>
                  <a:cubicBezTo>
                    <a:pt x="5745" y="13040"/>
                    <a:pt x="2402" y="11642"/>
                    <a:pt x="1216" y="8694"/>
                  </a:cubicBezTo>
                  <a:cubicBezTo>
                    <a:pt x="1" y="5776"/>
                    <a:pt x="1399" y="2402"/>
                    <a:pt x="4347" y="1216"/>
                  </a:cubicBezTo>
                  <a:cubicBezTo>
                    <a:pt x="7265" y="1"/>
                    <a:pt x="10609" y="1429"/>
                    <a:pt x="11824" y="4347"/>
                  </a:cubicBezTo>
                  <a:close/>
                </a:path>
              </a:pathLst>
            </a:custGeom>
            <a:noFill/>
            <a:ln cap="flat" cmpd="sng" w="9125">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4"/>
            <p:cNvSpPr/>
            <p:nvPr/>
          </p:nvSpPr>
          <p:spPr>
            <a:xfrm>
              <a:off x="2429221" y="3757735"/>
              <a:ext cx="568712" cy="567559"/>
            </a:xfrm>
            <a:custGeom>
              <a:rect b="b" l="l" r="r" t="t"/>
              <a:pathLst>
                <a:path extrusionOk="0" fill="none" h="15259" w="15290">
                  <a:moveTo>
                    <a:pt x="13861" y="5076"/>
                  </a:moveTo>
                  <a:cubicBezTo>
                    <a:pt x="15290" y="8511"/>
                    <a:pt x="13618" y="12432"/>
                    <a:pt x="10183" y="13830"/>
                  </a:cubicBezTo>
                  <a:cubicBezTo>
                    <a:pt x="6749" y="15259"/>
                    <a:pt x="2828" y="13618"/>
                    <a:pt x="1429" y="10152"/>
                  </a:cubicBezTo>
                  <a:cubicBezTo>
                    <a:pt x="1" y="6718"/>
                    <a:pt x="1673" y="2797"/>
                    <a:pt x="5107" y="1399"/>
                  </a:cubicBezTo>
                  <a:cubicBezTo>
                    <a:pt x="8542" y="0"/>
                    <a:pt x="12463" y="1642"/>
                    <a:pt x="13861" y="5076"/>
                  </a:cubicBezTo>
                  <a:close/>
                </a:path>
              </a:pathLst>
            </a:custGeom>
            <a:noFill/>
            <a:ln cap="flat" cmpd="sng" w="38000">
              <a:solidFill>
                <a:srgbClr val="609A9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4"/>
            <p:cNvSpPr/>
            <p:nvPr/>
          </p:nvSpPr>
          <p:spPr>
            <a:xfrm>
              <a:off x="2399838" y="3727198"/>
              <a:ext cx="627517" cy="314335"/>
            </a:xfrm>
            <a:custGeom>
              <a:rect b="b" l="l" r="r" t="t"/>
              <a:pathLst>
                <a:path extrusionOk="0" fill="none" h="8451" w="16871">
                  <a:moveTo>
                    <a:pt x="1" y="8451"/>
                  </a:moveTo>
                  <a:cubicBezTo>
                    <a:pt x="1" y="3770"/>
                    <a:pt x="3770" y="1"/>
                    <a:pt x="8420" y="1"/>
                  </a:cubicBezTo>
                  <a:cubicBezTo>
                    <a:pt x="13101" y="1"/>
                    <a:pt x="16870" y="3770"/>
                    <a:pt x="16870" y="8451"/>
                  </a:cubicBezTo>
                </a:path>
              </a:pathLst>
            </a:custGeom>
            <a:noFill/>
            <a:ln cap="flat" cmpd="sng" w="9125">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4"/>
            <p:cNvSpPr/>
            <p:nvPr/>
          </p:nvSpPr>
          <p:spPr>
            <a:xfrm>
              <a:off x="3906880" y="3727198"/>
              <a:ext cx="313182" cy="314335"/>
            </a:xfrm>
            <a:custGeom>
              <a:rect b="b" l="l" r="r" t="t"/>
              <a:pathLst>
                <a:path extrusionOk="0" fill="none" h="8451" w="8420">
                  <a:moveTo>
                    <a:pt x="0" y="8451"/>
                  </a:moveTo>
                  <a:cubicBezTo>
                    <a:pt x="0" y="3770"/>
                    <a:pt x="3739" y="1"/>
                    <a:pt x="8420" y="1"/>
                  </a:cubicBezTo>
                </a:path>
              </a:pathLst>
            </a:custGeom>
            <a:noFill/>
            <a:ln cap="flat" cmpd="sng" w="9125">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64"/>
            <p:cNvSpPr/>
            <p:nvPr/>
          </p:nvSpPr>
          <p:spPr>
            <a:xfrm>
              <a:off x="3445595" y="3877575"/>
              <a:ext cx="67881" cy="163956"/>
            </a:xfrm>
            <a:custGeom>
              <a:rect b="b" l="l" r="r" t="t"/>
              <a:pathLst>
                <a:path extrusionOk="0" fill="none" h="4408" w="1825">
                  <a:moveTo>
                    <a:pt x="1824" y="0"/>
                  </a:moveTo>
                  <a:lnTo>
                    <a:pt x="1" y="4408"/>
                  </a:lnTo>
                </a:path>
              </a:pathLst>
            </a:custGeom>
            <a:noFill/>
            <a:ln cap="flat" cmpd="sng" w="9125">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4"/>
            <p:cNvSpPr/>
            <p:nvPr/>
          </p:nvSpPr>
          <p:spPr>
            <a:xfrm>
              <a:off x="3462556" y="3866268"/>
              <a:ext cx="100650" cy="21499"/>
            </a:xfrm>
            <a:custGeom>
              <a:rect b="b" l="l" r="r" t="t"/>
              <a:pathLst>
                <a:path extrusionOk="0" h="578" w="2706">
                  <a:moveTo>
                    <a:pt x="1" y="0"/>
                  </a:moveTo>
                  <a:lnTo>
                    <a:pt x="1" y="578"/>
                  </a:lnTo>
                  <a:lnTo>
                    <a:pt x="2706" y="578"/>
                  </a:lnTo>
                  <a:lnTo>
                    <a:pt x="2706" y="0"/>
                  </a:lnTo>
                  <a:close/>
                </a:path>
              </a:pathLst>
            </a:custGeom>
            <a:solidFill>
              <a:srgbClr val="092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4"/>
            <p:cNvSpPr/>
            <p:nvPr/>
          </p:nvSpPr>
          <p:spPr>
            <a:xfrm>
              <a:off x="3984877" y="3806348"/>
              <a:ext cx="469215" cy="470331"/>
            </a:xfrm>
            <a:custGeom>
              <a:rect b="b" l="l" r="r" t="t"/>
              <a:pathLst>
                <a:path extrusionOk="0" fill="none" h="12645" w="12615">
                  <a:moveTo>
                    <a:pt x="7630" y="730"/>
                  </a:moveTo>
                  <a:cubicBezTo>
                    <a:pt x="10700" y="1459"/>
                    <a:pt x="12615" y="4560"/>
                    <a:pt x="11885" y="7660"/>
                  </a:cubicBezTo>
                  <a:cubicBezTo>
                    <a:pt x="11156" y="10730"/>
                    <a:pt x="8055" y="12645"/>
                    <a:pt x="4985" y="11915"/>
                  </a:cubicBezTo>
                  <a:cubicBezTo>
                    <a:pt x="1885" y="11156"/>
                    <a:pt x="0" y="8086"/>
                    <a:pt x="730" y="4985"/>
                  </a:cubicBezTo>
                  <a:cubicBezTo>
                    <a:pt x="1459" y="1915"/>
                    <a:pt x="4529" y="0"/>
                    <a:pt x="7630" y="730"/>
                  </a:cubicBezTo>
                  <a:close/>
                </a:path>
              </a:pathLst>
            </a:custGeom>
            <a:noFill/>
            <a:ln cap="flat" cmpd="sng" w="9125">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4"/>
            <p:cNvSpPr/>
            <p:nvPr/>
          </p:nvSpPr>
          <p:spPr>
            <a:xfrm>
              <a:off x="3936264" y="3757735"/>
              <a:ext cx="567596" cy="567559"/>
            </a:xfrm>
            <a:custGeom>
              <a:rect b="b" l="l" r="r" t="t"/>
              <a:pathLst>
                <a:path extrusionOk="0" fill="none" h="15259" w="15260">
                  <a:moveTo>
                    <a:pt x="13861" y="5076"/>
                  </a:moveTo>
                  <a:cubicBezTo>
                    <a:pt x="15259" y="8511"/>
                    <a:pt x="13618" y="12432"/>
                    <a:pt x="10183" y="13861"/>
                  </a:cubicBezTo>
                  <a:cubicBezTo>
                    <a:pt x="6748" y="15259"/>
                    <a:pt x="2827" y="13618"/>
                    <a:pt x="1399" y="10183"/>
                  </a:cubicBezTo>
                  <a:cubicBezTo>
                    <a:pt x="0" y="6718"/>
                    <a:pt x="1642" y="2797"/>
                    <a:pt x="5076" y="1399"/>
                  </a:cubicBezTo>
                  <a:cubicBezTo>
                    <a:pt x="8511" y="0"/>
                    <a:pt x="12463" y="1642"/>
                    <a:pt x="13861" y="5076"/>
                  </a:cubicBezTo>
                  <a:close/>
                </a:path>
              </a:pathLst>
            </a:custGeom>
            <a:noFill/>
            <a:ln cap="flat" cmpd="sng" w="38000">
              <a:solidFill>
                <a:srgbClr val="609A9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4"/>
            <p:cNvSpPr/>
            <p:nvPr/>
          </p:nvSpPr>
          <p:spPr>
            <a:xfrm>
              <a:off x="4175944" y="3997415"/>
              <a:ext cx="88227" cy="88227"/>
            </a:xfrm>
            <a:custGeom>
              <a:rect b="b" l="l" r="r" t="t"/>
              <a:pathLst>
                <a:path extrusionOk="0" h="2372" w="2372">
                  <a:moveTo>
                    <a:pt x="1186" y="0"/>
                  </a:moveTo>
                  <a:cubicBezTo>
                    <a:pt x="547" y="0"/>
                    <a:pt x="0" y="517"/>
                    <a:pt x="0" y="1186"/>
                  </a:cubicBezTo>
                  <a:cubicBezTo>
                    <a:pt x="0" y="1824"/>
                    <a:pt x="547" y="2371"/>
                    <a:pt x="1186" y="2371"/>
                  </a:cubicBezTo>
                  <a:cubicBezTo>
                    <a:pt x="1824" y="2371"/>
                    <a:pt x="2371" y="1824"/>
                    <a:pt x="2371" y="1186"/>
                  </a:cubicBezTo>
                  <a:cubicBezTo>
                    <a:pt x="2371" y="547"/>
                    <a:pt x="1824" y="0"/>
                    <a:pt x="1186" y="0"/>
                  </a:cubicBezTo>
                  <a:close/>
                </a:path>
              </a:pathLst>
            </a:custGeom>
            <a:solidFill>
              <a:srgbClr val="006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4"/>
            <p:cNvSpPr/>
            <p:nvPr/>
          </p:nvSpPr>
          <p:spPr>
            <a:xfrm>
              <a:off x="3469325" y="3003655"/>
              <a:ext cx="750744" cy="1037889"/>
            </a:xfrm>
            <a:custGeom>
              <a:rect b="b" l="l" r="r" t="t"/>
              <a:pathLst>
                <a:path extrusionOk="0" fill="none" h="27904" w="20184">
                  <a:moveTo>
                    <a:pt x="20184" y="27904"/>
                  </a:moveTo>
                  <a:lnTo>
                    <a:pt x="13527" y="21642"/>
                  </a:lnTo>
                  <a:cubicBezTo>
                    <a:pt x="12372" y="20518"/>
                    <a:pt x="11399" y="19150"/>
                    <a:pt x="10761" y="17691"/>
                  </a:cubicBezTo>
                  <a:lnTo>
                    <a:pt x="5624" y="5715"/>
                  </a:lnTo>
                  <a:cubicBezTo>
                    <a:pt x="5624" y="5715"/>
                    <a:pt x="7053" y="3952"/>
                    <a:pt x="6445" y="2432"/>
                  </a:cubicBezTo>
                  <a:cubicBezTo>
                    <a:pt x="5837" y="912"/>
                    <a:pt x="1642" y="1"/>
                    <a:pt x="1" y="2341"/>
                  </a:cubicBezTo>
                </a:path>
              </a:pathLst>
            </a:custGeom>
            <a:noFill/>
            <a:ln cap="rnd" cmpd="sng" w="19000">
              <a:solidFill>
                <a:srgbClr val="ED0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4"/>
            <p:cNvSpPr/>
            <p:nvPr/>
          </p:nvSpPr>
          <p:spPr>
            <a:xfrm>
              <a:off x="3173146" y="3649201"/>
              <a:ext cx="248760" cy="370871"/>
            </a:xfrm>
            <a:custGeom>
              <a:rect b="b" l="l" r="r" t="t"/>
              <a:pathLst>
                <a:path extrusionOk="0" fill="none" h="9971" w="6688">
                  <a:moveTo>
                    <a:pt x="6687" y="9970"/>
                  </a:moveTo>
                  <a:lnTo>
                    <a:pt x="0" y="0"/>
                  </a:lnTo>
                </a:path>
              </a:pathLst>
            </a:custGeom>
            <a:noFill/>
            <a:ln cap="rnd" cmpd="sng" w="19000">
              <a:solidFill>
                <a:srgbClr val="ED0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4"/>
            <p:cNvSpPr/>
            <p:nvPr/>
          </p:nvSpPr>
          <p:spPr>
            <a:xfrm>
              <a:off x="3445595" y="3637894"/>
              <a:ext cx="413832" cy="393486"/>
            </a:xfrm>
            <a:custGeom>
              <a:rect b="b" l="l" r="r" t="t"/>
              <a:pathLst>
                <a:path extrusionOk="0" fill="none" h="10579" w="11126">
                  <a:moveTo>
                    <a:pt x="11125" y="0"/>
                  </a:moveTo>
                  <a:lnTo>
                    <a:pt x="1" y="10578"/>
                  </a:lnTo>
                </a:path>
              </a:pathLst>
            </a:custGeom>
            <a:noFill/>
            <a:ln cap="rnd" cmpd="sng" w="19000">
              <a:solidFill>
                <a:srgbClr val="ED0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4"/>
            <p:cNvSpPr/>
            <p:nvPr/>
          </p:nvSpPr>
          <p:spPr>
            <a:xfrm>
              <a:off x="2711861" y="3533899"/>
              <a:ext cx="1102348" cy="496330"/>
            </a:xfrm>
            <a:custGeom>
              <a:rect b="b" l="l" r="r" t="t"/>
              <a:pathLst>
                <a:path extrusionOk="0" fill="none" h="13344" w="29637">
                  <a:moveTo>
                    <a:pt x="29637" y="0"/>
                  </a:moveTo>
                  <a:cubicBezTo>
                    <a:pt x="25746" y="4620"/>
                    <a:pt x="17296" y="3799"/>
                    <a:pt x="13497" y="4803"/>
                  </a:cubicBezTo>
                  <a:cubicBezTo>
                    <a:pt x="13497" y="4803"/>
                    <a:pt x="4074" y="7721"/>
                    <a:pt x="1" y="13344"/>
                  </a:cubicBezTo>
                  <a:lnTo>
                    <a:pt x="18785" y="13344"/>
                  </a:lnTo>
                </a:path>
              </a:pathLst>
            </a:custGeom>
            <a:noFill/>
            <a:ln cap="rnd" cmpd="sng" w="19000">
              <a:solidFill>
                <a:srgbClr val="ED0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4"/>
            <p:cNvSpPr/>
            <p:nvPr/>
          </p:nvSpPr>
          <p:spPr>
            <a:xfrm>
              <a:off x="3337062" y="4197521"/>
              <a:ext cx="99534" cy="21499"/>
            </a:xfrm>
            <a:custGeom>
              <a:rect b="b" l="l" r="r" t="t"/>
              <a:pathLst>
                <a:path extrusionOk="0" h="578" w="2676">
                  <a:moveTo>
                    <a:pt x="1" y="0"/>
                  </a:moveTo>
                  <a:lnTo>
                    <a:pt x="1" y="578"/>
                  </a:lnTo>
                  <a:lnTo>
                    <a:pt x="2675" y="578"/>
                  </a:lnTo>
                  <a:lnTo>
                    <a:pt x="2675" y="0"/>
                  </a:lnTo>
                  <a:close/>
                </a:path>
              </a:pathLst>
            </a:custGeom>
            <a:solidFill>
              <a:srgbClr val="092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4"/>
            <p:cNvSpPr/>
            <p:nvPr/>
          </p:nvSpPr>
          <p:spPr>
            <a:xfrm>
              <a:off x="2713014" y="3958956"/>
              <a:ext cx="724707" cy="166224"/>
            </a:xfrm>
            <a:custGeom>
              <a:rect b="b" l="l" r="r" t="t"/>
              <a:pathLst>
                <a:path extrusionOk="0" fill="none" h="4469" w="19484">
                  <a:moveTo>
                    <a:pt x="19210" y="1"/>
                  </a:moveTo>
                  <a:lnTo>
                    <a:pt x="0" y="1308"/>
                  </a:lnTo>
                  <a:lnTo>
                    <a:pt x="0" y="3101"/>
                  </a:lnTo>
                  <a:lnTo>
                    <a:pt x="19484" y="4469"/>
                  </a:lnTo>
                </a:path>
              </a:pathLst>
            </a:custGeom>
            <a:noFill/>
            <a:ln cap="flat" cmpd="sng" w="6850">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4"/>
            <p:cNvSpPr/>
            <p:nvPr/>
          </p:nvSpPr>
          <p:spPr>
            <a:xfrm>
              <a:off x="3349522" y="3945418"/>
              <a:ext cx="192224" cy="192224"/>
            </a:xfrm>
            <a:custGeom>
              <a:rect b="b" l="l" r="r" t="t"/>
              <a:pathLst>
                <a:path extrusionOk="0" h="5168" w="5168">
                  <a:moveTo>
                    <a:pt x="2584" y="0"/>
                  </a:moveTo>
                  <a:cubicBezTo>
                    <a:pt x="1155" y="30"/>
                    <a:pt x="0" y="1155"/>
                    <a:pt x="0" y="2584"/>
                  </a:cubicBezTo>
                  <a:cubicBezTo>
                    <a:pt x="0" y="3982"/>
                    <a:pt x="1155" y="5167"/>
                    <a:pt x="2584" y="5167"/>
                  </a:cubicBezTo>
                  <a:cubicBezTo>
                    <a:pt x="3982" y="5167"/>
                    <a:pt x="5167" y="4012"/>
                    <a:pt x="5167" y="2584"/>
                  </a:cubicBezTo>
                  <a:cubicBezTo>
                    <a:pt x="5167" y="1125"/>
                    <a:pt x="4043" y="0"/>
                    <a:pt x="2584" y="0"/>
                  </a:cubicBezTo>
                  <a:close/>
                </a:path>
              </a:pathLst>
            </a:custGeom>
            <a:solidFill>
              <a:srgbClr val="006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4"/>
            <p:cNvSpPr/>
            <p:nvPr/>
          </p:nvSpPr>
          <p:spPr>
            <a:xfrm>
              <a:off x="2670055" y="3997415"/>
              <a:ext cx="87073" cy="88227"/>
            </a:xfrm>
            <a:custGeom>
              <a:rect b="b" l="l" r="r" t="t"/>
              <a:pathLst>
                <a:path extrusionOk="0" h="2372" w="2341">
                  <a:moveTo>
                    <a:pt x="1186" y="0"/>
                  </a:moveTo>
                  <a:cubicBezTo>
                    <a:pt x="517" y="0"/>
                    <a:pt x="0" y="517"/>
                    <a:pt x="0" y="1186"/>
                  </a:cubicBezTo>
                  <a:cubicBezTo>
                    <a:pt x="0" y="1824"/>
                    <a:pt x="517" y="2371"/>
                    <a:pt x="1186" y="2371"/>
                  </a:cubicBezTo>
                  <a:cubicBezTo>
                    <a:pt x="1824" y="2371"/>
                    <a:pt x="2341" y="1824"/>
                    <a:pt x="2341" y="1186"/>
                  </a:cubicBezTo>
                  <a:cubicBezTo>
                    <a:pt x="2341" y="547"/>
                    <a:pt x="1824" y="0"/>
                    <a:pt x="1186" y="0"/>
                  </a:cubicBezTo>
                  <a:close/>
                </a:path>
              </a:pathLst>
            </a:custGeom>
            <a:solidFill>
              <a:srgbClr val="006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4"/>
            <p:cNvSpPr/>
            <p:nvPr/>
          </p:nvSpPr>
          <p:spPr>
            <a:xfrm>
              <a:off x="3376637" y="4042644"/>
              <a:ext cx="68997" cy="165071"/>
            </a:xfrm>
            <a:custGeom>
              <a:rect b="b" l="l" r="r" t="t"/>
              <a:pathLst>
                <a:path extrusionOk="0" fill="none" h="4438" w="1855">
                  <a:moveTo>
                    <a:pt x="1855" y="0"/>
                  </a:moveTo>
                  <a:lnTo>
                    <a:pt x="1" y="4438"/>
                  </a:lnTo>
                </a:path>
              </a:pathLst>
            </a:custGeom>
            <a:noFill/>
            <a:ln cap="flat" cmpd="sng" w="9125">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4"/>
            <p:cNvSpPr/>
            <p:nvPr/>
          </p:nvSpPr>
          <p:spPr>
            <a:xfrm>
              <a:off x="2981632" y="3590137"/>
              <a:ext cx="307751" cy="86664"/>
            </a:xfrm>
            <a:custGeom>
              <a:rect b="b" l="l" r="r" t="t"/>
              <a:pathLst>
                <a:path extrusionOk="0" h="2330" w="8274">
                  <a:moveTo>
                    <a:pt x="4196" y="1"/>
                  </a:moveTo>
                  <a:cubicBezTo>
                    <a:pt x="2113" y="1"/>
                    <a:pt x="1" y="299"/>
                    <a:pt x="195" y="1011"/>
                  </a:cubicBezTo>
                  <a:cubicBezTo>
                    <a:pt x="484" y="1986"/>
                    <a:pt x="1588" y="2330"/>
                    <a:pt x="2882" y="2330"/>
                  </a:cubicBezTo>
                  <a:cubicBezTo>
                    <a:pt x="5259" y="2330"/>
                    <a:pt x="8273" y="1167"/>
                    <a:pt x="8037" y="616"/>
                  </a:cubicBezTo>
                  <a:cubicBezTo>
                    <a:pt x="7838" y="232"/>
                    <a:pt x="6028" y="1"/>
                    <a:pt x="4196" y="1"/>
                  </a:cubicBezTo>
                  <a:close/>
                </a:path>
              </a:pathLst>
            </a:custGeom>
            <a:solidFill>
              <a:srgbClr val="C76C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rgbClr val="E06666"/>
                </a:solidFill>
                <a:latin typeface="Times New Roman"/>
                <a:ea typeface="Times New Roman"/>
                <a:cs typeface="Times New Roman"/>
                <a:sym typeface="Times New Roman"/>
              </a:rPr>
              <a:t>Model 2 Results </a:t>
            </a:r>
            <a:endParaRPr sz="3000">
              <a:solidFill>
                <a:schemeClr val="dk2"/>
              </a:solidFill>
            </a:endParaRPr>
          </a:p>
          <a:p>
            <a:pPr indent="0" lvl="0" marL="0" rtl="0" algn="l">
              <a:spcBef>
                <a:spcPts val="0"/>
              </a:spcBef>
              <a:spcAft>
                <a:spcPts val="0"/>
              </a:spcAft>
              <a:buNone/>
            </a:pPr>
            <a:r>
              <a:t/>
            </a:r>
            <a:endParaRPr/>
          </a:p>
        </p:txBody>
      </p:sp>
      <p:sp>
        <p:nvSpPr>
          <p:cNvPr id="603" name="Google Shape;603;p65"/>
          <p:cNvSpPr txBox="1"/>
          <p:nvPr/>
        </p:nvSpPr>
        <p:spPr>
          <a:xfrm>
            <a:off x="831375" y="1224200"/>
            <a:ext cx="7491300" cy="341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Residual Standard Error ≈ 11,070</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model’s predictions are off by about </a:t>
            </a:r>
            <a:r>
              <a:rPr b="1" lang="en" sz="1200">
                <a:solidFill>
                  <a:schemeClr val="dk1"/>
                </a:solidFill>
                <a:latin typeface="Times New Roman"/>
                <a:ea typeface="Times New Roman"/>
                <a:cs typeface="Times New Roman"/>
                <a:sym typeface="Times New Roman"/>
              </a:rPr>
              <a:t>11</a:t>
            </a:r>
            <a:r>
              <a:rPr b="1" lang="en" sz="1200">
                <a:solidFill>
                  <a:schemeClr val="dk1"/>
                </a:solidFill>
                <a:latin typeface="Times New Roman"/>
                <a:ea typeface="Times New Roman"/>
                <a:cs typeface="Times New Roman"/>
                <a:sym typeface="Times New Roman"/>
              </a:rPr>
              <a:t>k rides</a:t>
            </a:r>
            <a:r>
              <a:rPr lang="en" sz="1200">
                <a:solidFill>
                  <a:schemeClr val="dk1"/>
                </a:solidFill>
                <a:latin typeface="Times New Roman"/>
                <a:ea typeface="Times New Roman"/>
                <a:cs typeface="Times New Roman"/>
                <a:sym typeface="Times New Roman"/>
              </a:rPr>
              <a:t> on average.</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Multiple R² = 0.3014 (~31%)</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model explains only ~31% of the variation in average monthly rides.</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200">
                <a:solidFill>
                  <a:schemeClr val="dk1"/>
                </a:solidFill>
                <a:latin typeface="Times New Roman"/>
                <a:ea typeface="Times New Roman"/>
                <a:cs typeface="Times New Roman"/>
                <a:sym typeface="Times New Roman"/>
              </a:rPr>
              <a:t>Adjusted R² </a:t>
            </a:r>
            <a:r>
              <a:rPr b="1" lang="en" sz="1200">
                <a:solidFill>
                  <a:schemeClr val="dk1"/>
                </a:solidFill>
                <a:latin typeface="Times New Roman"/>
                <a:ea typeface="Times New Roman"/>
                <a:cs typeface="Times New Roman"/>
                <a:sym typeface="Times New Roman"/>
              </a:rPr>
              <a:t>≈ </a:t>
            </a:r>
            <a:r>
              <a:rPr b="1" lang="en" sz="1200">
                <a:solidFill>
                  <a:schemeClr val="dk1"/>
                </a:solidFill>
                <a:latin typeface="Times New Roman"/>
                <a:ea typeface="Times New Roman"/>
                <a:cs typeface="Times New Roman"/>
                <a:sym typeface="Times New Roman"/>
              </a:rPr>
              <a:t>–0.63</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added predictors do not actually improve prediction. Useless predictors were strongly penalized.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200">
                <a:solidFill>
                  <a:schemeClr val="dk1"/>
                </a:solidFill>
                <a:latin typeface="Times New Roman"/>
                <a:ea typeface="Times New Roman"/>
                <a:cs typeface="Times New Roman"/>
                <a:sym typeface="Times New Roman"/>
              </a:rPr>
              <a:t>F-statistic p-value = 0.9971</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model is NOT statistically significant overall, the predictors do not meaningfully explain average monthly ridership.</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200">
                <a:solidFill>
                  <a:schemeClr val="dk1"/>
                </a:solidFill>
                <a:latin typeface="Times New Roman"/>
                <a:ea typeface="Times New Roman"/>
                <a:cs typeface="Times New Roman"/>
                <a:sym typeface="Times New Roman"/>
              </a:rPr>
              <a:t>Conclusion</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 full model with many categorical variables (CITY, TYPE, CATEGORY) is overfitting</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 There is no statistical evidence that universities closer to Bluebike stations or T stops have higher Bluebike usage</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06666"/>
                </a:solidFill>
                <a:latin typeface="Times New Roman"/>
                <a:ea typeface="Times New Roman"/>
                <a:cs typeface="Times New Roman"/>
                <a:sym typeface="Times New Roman"/>
              </a:rPr>
              <a:t>Interpretation </a:t>
            </a:r>
            <a:endParaRPr sz="3500">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609" name="Google Shape;609;p66"/>
          <p:cNvSpPr txBox="1"/>
          <p:nvPr>
            <p:ph idx="1" type="body"/>
          </p:nvPr>
        </p:nvSpPr>
        <p:spPr>
          <a:xfrm>
            <a:off x="720000" y="1215750"/>
            <a:ext cx="7704000" cy="325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Our analysis found that campus characteristics alone are insufficient predictors (p &gt; 0.05). This argues that Bluebikes demand is not driven primarily by our predictions, but likely by dynamic factors like daily weather and time-series trends, which requires the more advanced models.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7"/>
          <p:cNvSpPr txBox="1"/>
          <p:nvPr>
            <p:ph type="title"/>
          </p:nvPr>
        </p:nvSpPr>
        <p:spPr>
          <a:xfrm>
            <a:off x="720000" y="22854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E06666"/>
                </a:solidFill>
              </a:rPr>
              <a:t>Thanks/ Questions/ Feedback</a:t>
            </a:r>
            <a:endParaRPr>
              <a:solidFill>
                <a:srgbClr val="E0666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06666"/>
                </a:solidFill>
                <a:latin typeface="Times New Roman"/>
                <a:ea typeface="Times New Roman"/>
                <a:cs typeface="Times New Roman"/>
                <a:sym typeface="Times New Roman"/>
              </a:rPr>
              <a:t>Data</a:t>
            </a:r>
            <a:endParaRPr>
              <a:solidFill>
                <a:srgbClr val="E06666"/>
              </a:solidFill>
              <a:latin typeface="Times New Roman"/>
              <a:ea typeface="Times New Roman"/>
              <a:cs typeface="Times New Roman"/>
              <a:sym typeface="Times New Roman"/>
            </a:endParaRPr>
          </a:p>
        </p:txBody>
      </p:sp>
      <p:sp>
        <p:nvSpPr>
          <p:cNvPr id="620" name="Google Shape;620;p68"/>
          <p:cNvSpPr txBox="1"/>
          <p:nvPr>
            <p:ph idx="1" type="body"/>
          </p:nvPr>
        </p:nvSpPr>
        <p:spPr>
          <a:xfrm>
            <a:off x="791250" y="1017725"/>
            <a:ext cx="7704000" cy="32571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a:latin typeface="Times New Roman"/>
                <a:ea typeface="Times New Roman"/>
                <a:cs typeface="Times New Roman"/>
                <a:sym typeface="Times New Roman"/>
              </a:rPr>
              <a:t>Data Sources</a:t>
            </a:r>
            <a:endParaRPr b="1">
              <a:latin typeface="Times New Roman"/>
              <a:ea typeface="Times New Roman"/>
              <a:cs typeface="Times New Roman"/>
              <a:sym typeface="Times New Roman"/>
            </a:endParaRPr>
          </a:p>
          <a:p>
            <a:pPr indent="-304800" lvl="0" marL="457200" rtl="0" algn="l">
              <a:lnSpc>
                <a:spcPct val="115000"/>
              </a:lnSpc>
              <a:spcBef>
                <a:spcPts val="1200"/>
              </a:spcBef>
              <a:spcAft>
                <a:spcPts val="0"/>
              </a:spcAft>
              <a:buSzPts val="1200"/>
              <a:buFont typeface="Times New Roman"/>
              <a:buChar char="●"/>
            </a:pPr>
            <a:r>
              <a:rPr b="1" lang="en">
                <a:latin typeface="Times New Roman"/>
                <a:ea typeface="Times New Roman"/>
                <a:cs typeface="Times New Roman"/>
                <a:sym typeface="Times New Roman"/>
              </a:rPr>
              <a:t>Boston Colleges &amp; Universities Dataset</a:t>
            </a:r>
            <a:endParaRPr b="1">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University name, address, city, ZIP</a:t>
            </a:r>
            <a:endParaRPr>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Latitude &amp; longitude</a:t>
            </a:r>
            <a:endParaRPr>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Enrollment size</a:t>
            </a:r>
            <a:endParaRPr>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Campus housing</a:t>
            </a:r>
            <a:endParaRPr>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School type (public/private)</a:t>
            </a:r>
            <a:endParaRPr>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Campus setting (city/suburb, small/midsize/</a:t>
            </a:r>
            <a:r>
              <a:rPr lang="en">
                <a:latin typeface="Times New Roman"/>
                <a:ea typeface="Times New Roman"/>
                <a:cs typeface="Times New Roman"/>
                <a:sym typeface="Times New Roman"/>
              </a:rPr>
              <a:t>large</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04800" lvl="0" marL="457200" rtl="0" algn="l">
              <a:lnSpc>
                <a:spcPct val="115000"/>
              </a:lnSpc>
              <a:spcBef>
                <a:spcPts val="0"/>
              </a:spcBef>
              <a:spcAft>
                <a:spcPts val="0"/>
              </a:spcAft>
              <a:buSzPts val="1200"/>
              <a:buFont typeface="Times New Roman"/>
              <a:buChar char="●"/>
            </a:pPr>
            <a:r>
              <a:rPr b="1" lang="en">
                <a:latin typeface="Times New Roman"/>
                <a:ea typeface="Times New Roman"/>
                <a:cs typeface="Times New Roman"/>
                <a:sym typeface="Times New Roman"/>
              </a:rPr>
              <a:t>Bluebikes 2024 Ridership</a:t>
            </a:r>
            <a:endParaRPr b="1">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~4 million trips</a:t>
            </a:r>
            <a:endParaRPr>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Station coordinates (latitude/longitude)</a:t>
            </a:r>
            <a:endParaRPr>
              <a:latin typeface="Times New Roman"/>
              <a:ea typeface="Times New Roman"/>
              <a:cs typeface="Times New Roman"/>
              <a:sym typeface="Times New Roman"/>
            </a:endParaRPr>
          </a:p>
          <a:p>
            <a:pPr indent="-304800" lvl="0" marL="457200" rtl="0" algn="l">
              <a:lnSpc>
                <a:spcPct val="115000"/>
              </a:lnSpc>
              <a:spcBef>
                <a:spcPts val="0"/>
              </a:spcBef>
              <a:spcAft>
                <a:spcPts val="0"/>
              </a:spcAft>
              <a:buSzPts val="1200"/>
              <a:buFont typeface="Times New Roman"/>
              <a:buChar char="●"/>
            </a:pPr>
            <a:r>
              <a:rPr b="1" lang="en">
                <a:latin typeface="Times New Roman"/>
                <a:ea typeface="Times New Roman"/>
                <a:cs typeface="Times New Roman"/>
                <a:sym typeface="Times New Roman"/>
              </a:rPr>
              <a:t>Boston T Stops</a:t>
            </a:r>
            <a:endParaRPr b="1">
              <a:latin typeface="Times New Roman"/>
              <a:ea typeface="Times New Roman"/>
              <a:cs typeface="Times New Roman"/>
              <a:sym typeface="Times New Roman"/>
            </a:endParaRPr>
          </a:p>
          <a:p>
            <a:pPr indent="-304800" lvl="1" marL="914400" rtl="0" algn="l">
              <a:lnSpc>
                <a:spcPct val="115000"/>
              </a:lnSpc>
              <a:spcBef>
                <a:spcPts val="0"/>
              </a:spcBef>
              <a:spcAft>
                <a:spcPts val="0"/>
              </a:spcAft>
              <a:buSzPts val="1200"/>
              <a:buFont typeface="Times New Roman"/>
              <a:buChar char="○"/>
            </a:pPr>
            <a:r>
              <a:rPr lang="en">
                <a:latin typeface="Times New Roman"/>
                <a:ea typeface="Times New Roman"/>
                <a:cs typeface="Times New Roman"/>
                <a:sym typeface="Times New Roman"/>
              </a:rPr>
              <a:t>Latitude &amp; longitude of subway stations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p:txBody>
      </p:sp>
      <p:grpSp>
        <p:nvGrpSpPr>
          <p:cNvPr id="621" name="Google Shape;621;p68"/>
          <p:cNvGrpSpPr/>
          <p:nvPr/>
        </p:nvGrpSpPr>
        <p:grpSpPr>
          <a:xfrm>
            <a:off x="5766619" y="2761047"/>
            <a:ext cx="3080263" cy="1915950"/>
            <a:chOff x="2743091" y="1757851"/>
            <a:chExt cx="4705566" cy="2926902"/>
          </a:xfrm>
        </p:grpSpPr>
        <p:sp>
          <p:nvSpPr>
            <p:cNvPr id="622" name="Google Shape;622;p68"/>
            <p:cNvSpPr/>
            <p:nvPr/>
          </p:nvSpPr>
          <p:spPr>
            <a:xfrm>
              <a:off x="2743091" y="4564101"/>
              <a:ext cx="1683074" cy="120653"/>
            </a:xfrm>
            <a:custGeom>
              <a:rect b="b" l="l" r="r" t="t"/>
              <a:pathLst>
                <a:path extrusionOk="0" h="1035" w="14438">
                  <a:moveTo>
                    <a:pt x="7234" y="1"/>
                  </a:moveTo>
                  <a:cubicBezTo>
                    <a:pt x="3252" y="1"/>
                    <a:pt x="0" y="213"/>
                    <a:pt x="0" y="517"/>
                  </a:cubicBezTo>
                  <a:cubicBezTo>
                    <a:pt x="0" y="821"/>
                    <a:pt x="3252" y="1034"/>
                    <a:pt x="7234" y="1034"/>
                  </a:cubicBezTo>
                  <a:cubicBezTo>
                    <a:pt x="11216" y="1034"/>
                    <a:pt x="14438" y="821"/>
                    <a:pt x="14438" y="517"/>
                  </a:cubicBezTo>
                  <a:cubicBezTo>
                    <a:pt x="14438" y="213"/>
                    <a:pt x="11186" y="1"/>
                    <a:pt x="7234" y="1"/>
                  </a:cubicBezTo>
                  <a:close/>
                </a:path>
              </a:pathLst>
            </a:custGeom>
            <a:solidFill>
              <a:srgbClr val="CFB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8"/>
            <p:cNvSpPr/>
            <p:nvPr/>
          </p:nvSpPr>
          <p:spPr>
            <a:xfrm>
              <a:off x="5765466" y="4564101"/>
              <a:ext cx="1683190" cy="120653"/>
            </a:xfrm>
            <a:custGeom>
              <a:rect b="b" l="l" r="r" t="t"/>
              <a:pathLst>
                <a:path extrusionOk="0" h="1035" w="14439">
                  <a:moveTo>
                    <a:pt x="7204" y="1"/>
                  </a:moveTo>
                  <a:cubicBezTo>
                    <a:pt x="3223" y="1"/>
                    <a:pt x="1" y="213"/>
                    <a:pt x="1" y="517"/>
                  </a:cubicBezTo>
                  <a:cubicBezTo>
                    <a:pt x="1" y="821"/>
                    <a:pt x="3223" y="1034"/>
                    <a:pt x="7204" y="1034"/>
                  </a:cubicBezTo>
                  <a:cubicBezTo>
                    <a:pt x="11217" y="1034"/>
                    <a:pt x="14439" y="821"/>
                    <a:pt x="14439" y="517"/>
                  </a:cubicBezTo>
                  <a:cubicBezTo>
                    <a:pt x="14439" y="213"/>
                    <a:pt x="11217" y="1"/>
                    <a:pt x="7204" y="1"/>
                  </a:cubicBezTo>
                  <a:close/>
                </a:path>
              </a:pathLst>
            </a:custGeom>
            <a:solidFill>
              <a:srgbClr val="CFB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68"/>
            <p:cNvSpPr/>
            <p:nvPr/>
          </p:nvSpPr>
          <p:spPr>
            <a:xfrm>
              <a:off x="2895451" y="3217689"/>
              <a:ext cx="1346529" cy="1343032"/>
            </a:xfrm>
            <a:custGeom>
              <a:rect b="b" l="l" r="r" t="t"/>
              <a:pathLst>
                <a:path extrusionOk="0" fill="none" h="11521" w="11551">
                  <a:moveTo>
                    <a:pt x="0" y="5745"/>
                  </a:moveTo>
                  <a:cubicBezTo>
                    <a:pt x="0" y="8937"/>
                    <a:pt x="2584" y="11520"/>
                    <a:pt x="5775" y="11520"/>
                  </a:cubicBezTo>
                  <a:cubicBezTo>
                    <a:pt x="8967" y="11520"/>
                    <a:pt x="11550" y="8937"/>
                    <a:pt x="11550" y="5745"/>
                  </a:cubicBezTo>
                  <a:cubicBezTo>
                    <a:pt x="11550" y="2584"/>
                    <a:pt x="8967" y="0"/>
                    <a:pt x="5775" y="0"/>
                  </a:cubicBezTo>
                  <a:cubicBezTo>
                    <a:pt x="2584" y="0"/>
                    <a:pt x="0" y="2584"/>
                    <a:pt x="0" y="5745"/>
                  </a:cubicBezTo>
                  <a:close/>
                </a:path>
              </a:pathLst>
            </a:custGeom>
            <a:noFill/>
            <a:ln cap="flat" cmpd="sng" w="20525">
              <a:solidFill>
                <a:srgbClr val="ED0F5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8"/>
            <p:cNvSpPr/>
            <p:nvPr/>
          </p:nvSpPr>
          <p:spPr>
            <a:xfrm>
              <a:off x="3263937" y="3075936"/>
              <a:ext cx="1119795" cy="811578"/>
            </a:xfrm>
            <a:custGeom>
              <a:rect b="b" l="l" r="r" t="t"/>
              <a:pathLst>
                <a:path extrusionOk="0" fill="none" h="6962" w="9606">
                  <a:moveTo>
                    <a:pt x="9605" y="6961"/>
                  </a:moveTo>
                  <a:cubicBezTo>
                    <a:pt x="9605" y="3101"/>
                    <a:pt x="6474" y="0"/>
                    <a:pt x="2614" y="0"/>
                  </a:cubicBezTo>
                  <a:cubicBezTo>
                    <a:pt x="1702" y="0"/>
                    <a:pt x="790" y="183"/>
                    <a:pt x="0" y="487"/>
                  </a:cubicBezTo>
                </a:path>
              </a:pathLst>
            </a:custGeom>
            <a:noFill/>
            <a:ln cap="flat" cmpd="sng" w="19000">
              <a:solidFill>
                <a:srgbClr val="E0994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8"/>
            <p:cNvSpPr/>
            <p:nvPr/>
          </p:nvSpPr>
          <p:spPr>
            <a:xfrm>
              <a:off x="5790296" y="3075936"/>
              <a:ext cx="1630033" cy="811578"/>
            </a:xfrm>
            <a:custGeom>
              <a:rect b="b" l="l" r="r" t="t"/>
              <a:pathLst>
                <a:path extrusionOk="0" fill="none" h="6962" w="13983">
                  <a:moveTo>
                    <a:pt x="13982" y="6961"/>
                  </a:moveTo>
                  <a:cubicBezTo>
                    <a:pt x="13982" y="3101"/>
                    <a:pt x="10882" y="0"/>
                    <a:pt x="6991" y="0"/>
                  </a:cubicBezTo>
                  <a:cubicBezTo>
                    <a:pt x="3131" y="0"/>
                    <a:pt x="0" y="3101"/>
                    <a:pt x="0" y="6961"/>
                  </a:cubicBezTo>
                </a:path>
              </a:pathLst>
            </a:custGeom>
            <a:noFill/>
            <a:ln cap="rnd" cmpd="sng" w="19000">
              <a:solidFill>
                <a:srgbClr val="E099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68"/>
            <p:cNvSpPr/>
            <p:nvPr/>
          </p:nvSpPr>
          <p:spPr>
            <a:xfrm>
              <a:off x="3448121" y="3773739"/>
              <a:ext cx="230464" cy="230697"/>
            </a:xfrm>
            <a:custGeom>
              <a:rect b="b" l="l" r="r" t="t"/>
              <a:pathLst>
                <a:path extrusionOk="0" h="1979" w="1977">
                  <a:moveTo>
                    <a:pt x="952" y="1"/>
                  </a:moveTo>
                  <a:cubicBezTo>
                    <a:pt x="428" y="1"/>
                    <a:pt x="1" y="445"/>
                    <a:pt x="1" y="975"/>
                  </a:cubicBezTo>
                  <a:cubicBezTo>
                    <a:pt x="1" y="1553"/>
                    <a:pt x="457" y="1978"/>
                    <a:pt x="1004" y="1978"/>
                  </a:cubicBezTo>
                  <a:cubicBezTo>
                    <a:pt x="1551" y="1978"/>
                    <a:pt x="1976" y="1522"/>
                    <a:pt x="1976" y="975"/>
                  </a:cubicBezTo>
                  <a:cubicBezTo>
                    <a:pt x="1976" y="428"/>
                    <a:pt x="1521" y="2"/>
                    <a:pt x="1004" y="2"/>
                  </a:cubicBezTo>
                  <a:cubicBezTo>
                    <a:pt x="987" y="1"/>
                    <a:pt x="969" y="1"/>
                    <a:pt x="952" y="1"/>
                  </a:cubicBezTo>
                  <a:close/>
                </a:path>
              </a:pathLst>
            </a:custGeom>
            <a:solidFill>
              <a:srgbClr val="006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68"/>
            <p:cNvSpPr/>
            <p:nvPr/>
          </p:nvSpPr>
          <p:spPr>
            <a:xfrm>
              <a:off x="2944994" y="3263735"/>
              <a:ext cx="1247326" cy="1250939"/>
            </a:xfrm>
            <a:custGeom>
              <a:rect b="b" l="l" r="r" t="t"/>
              <a:pathLst>
                <a:path extrusionOk="0" fill="none" h="10731" w="10700">
                  <a:moveTo>
                    <a:pt x="1" y="5350"/>
                  </a:moveTo>
                  <a:cubicBezTo>
                    <a:pt x="1" y="8329"/>
                    <a:pt x="2371" y="10730"/>
                    <a:pt x="5350" y="10730"/>
                  </a:cubicBezTo>
                  <a:cubicBezTo>
                    <a:pt x="8299" y="10730"/>
                    <a:pt x="10700" y="8329"/>
                    <a:pt x="10700" y="5350"/>
                  </a:cubicBezTo>
                  <a:cubicBezTo>
                    <a:pt x="10700" y="2402"/>
                    <a:pt x="8299" y="0"/>
                    <a:pt x="5350" y="0"/>
                  </a:cubicBezTo>
                  <a:cubicBezTo>
                    <a:pt x="2371" y="0"/>
                    <a:pt x="1" y="2402"/>
                    <a:pt x="1" y="5350"/>
                  </a:cubicBezTo>
                  <a:close/>
                </a:path>
              </a:pathLst>
            </a:custGeom>
            <a:noFill/>
            <a:ln cap="flat" cmpd="sng" w="7600">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68"/>
            <p:cNvSpPr/>
            <p:nvPr/>
          </p:nvSpPr>
          <p:spPr>
            <a:xfrm>
              <a:off x="5932048" y="3217689"/>
              <a:ext cx="1346529" cy="1343032"/>
            </a:xfrm>
            <a:custGeom>
              <a:rect b="b" l="l" r="r" t="t"/>
              <a:pathLst>
                <a:path extrusionOk="0" fill="none" h="11521" w="11551">
                  <a:moveTo>
                    <a:pt x="0" y="5745"/>
                  </a:moveTo>
                  <a:cubicBezTo>
                    <a:pt x="0" y="8937"/>
                    <a:pt x="2584" y="11520"/>
                    <a:pt x="5775" y="11520"/>
                  </a:cubicBezTo>
                  <a:cubicBezTo>
                    <a:pt x="8967" y="11520"/>
                    <a:pt x="11551" y="8937"/>
                    <a:pt x="11551" y="5745"/>
                  </a:cubicBezTo>
                  <a:cubicBezTo>
                    <a:pt x="11551" y="2584"/>
                    <a:pt x="8967" y="0"/>
                    <a:pt x="5775" y="0"/>
                  </a:cubicBezTo>
                  <a:cubicBezTo>
                    <a:pt x="2584" y="0"/>
                    <a:pt x="0" y="2584"/>
                    <a:pt x="0" y="5745"/>
                  </a:cubicBezTo>
                  <a:close/>
                </a:path>
              </a:pathLst>
            </a:custGeom>
            <a:noFill/>
            <a:ln cap="flat" cmpd="sng" w="20525">
              <a:solidFill>
                <a:srgbClr val="ED0F5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68"/>
            <p:cNvSpPr/>
            <p:nvPr/>
          </p:nvSpPr>
          <p:spPr>
            <a:xfrm>
              <a:off x="5981592" y="3263735"/>
              <a:ext cx="1250939" cy="1250939"/>
            </a:xfrm>
            <a:custGeom>
              <a:rect b="b" l="l" r="r" t="t"/>
              <a:pathLst>
                <a:path extrusionOk="0" fill="none" h="10731" w="10731">
                  <a:moveTo>
                    <a:pt x="1" y="5350"/>
                  </a:moveTo>
                  <a:cubicBezTo>
                    <a:pt x="1" y="8329"/>
                    <a:pt x="2402" y="10730"/>
                    <a:pt x="5350" y="10730"/>
                  </a:cubicBezTo>
                  <a:cubicBezTo>
                    <a:pt x="8329" y="10730"/>
                    <a:pt x="10730" y="8329"/>
                    <a:pt x="10730" y="5350"/>
                  </a:cubicBezTo>
                  <a:cubicBezTo>
                    <a:pt x="10730" y="2402"/>
                    <a:pt x="8329" y="0"/>
                    <a:pt x="5350" y="0"/>
                  </a:cubicBezTo>
                  <a:cubicBezTo>
                    <a:pt x="2402" y="0"/>
                    <a:pt x="1" y="2402"/>
                    <a:pt x="1" y="5350"/>
                  </a:cubicBezTo>
                  <a:close/>
                </a:path>
              </a:pathLst>
            </a:custGeom>
            <a:noFill/>
            <a:ln cap="flat" cmpd="sng" w="7600">
              <a:solidFill>
                <a:srgbClr val="09224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68"/>
            <p:cNvSpPr/>
            <p:nvPr/>
          </p:nvSpPr>
          <p:spPr>
            <a:xfrm>
              <a:off x="3568657" y="1757851"/>
              <a:ext cx="907167" cy="2129663"/>
            </a:xfrm>
            <a:custGeom>
              <a:rect b="b" l="l" r="r" t="t"/>
              <a:pathLst>
                <a:path extrusionOk="0" fill="none" h="18269" w="7782">
                  <a:moveTo>
                    <a:pt x="0" y="18268"/>
                  </a:moveTo>
                  <a:lnTo>
                    <a:pt x="1581" y="14256"/>
                  </a:lnTo>
                  <a:lnTo>
                    <a:pt x="4164" y="0"/>
                  </a:lnTo>
                  <a:lnTo>
                    <a:pt x="7782" y="0"/>
                  </a:lnTo>
                </a:path>
              </a:pathLst>
            </a:custGeom>
            <a:noFill/>
            <a:ln cap="rnd" cmpd="sng" w="19000">
              <a:solidFill>
                <a:srgbClr val="E099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68"/>
            <p:cNvSpPr/>
            <p:nvPr/>
          </p:nvSpPr>
          <p:spPr>
            <a:xfrm>
              <a:off x="5216300" y="2767724"/>
              <a:ext cx="269403" cy="1045276"/>
            </a:xfrm>
            <a:custGeom>
              <a:rect b="b" l="l" r="r" t="t"/>
              <a:pathLst>
                <a:path extrusionOk="0" fill="none" h="14074" w="3223">
                  <a:moveTo>
                    <a:pt x="3222" y="1"/>
                  </a:moveTo>
                  <a:lnTo>
                    <a:pt x="0" y="14074"/>
                  </a:lnTo>
                </a:path>
              </a:pathLst>
            </a:custGeom>
            <a:noFill/>
            <a:ln cap="rnd" cmpd="sng" w="19000">
              <a:solidFill>
                <a:srgbClr val="E099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68"/>
            <p:cNvSpPr/>
            <p:nvPr/>
          </p:nvSpPr>
          <p:spPr>
            <a:xfrm>
              <a:off x="5159522" y="3667658"/>
              <a:ext cx="1445849" cy="442975"/>
            </a:xfrm>
            <a:custGeom>
              <a:rect b="b" l="l" r="r" t="t"/>
              <a:pathLst>
                <a:path extrusionOk="0" fill="none" h="3800" w="12403">
                  <a:moveTo>
                    <a:pt x="183" y="0"/>
                  </a:moveTo>
                  <a:lnTo>
                    <a:pt x="12402" y="1064"/>
                  </a:lnTo>
                  <a:lnTo>
                    <a:pt x="12402" y="2554"/>
                  </a:lnTo>
                  <a:lnTo>
                    <a:pt x="1" y="3800"/>
                  </a:lnTo>
                </a:path>
              </a:pathLst>
            </a:custGeom>
            <a:noFill/>
            <a:ln cap="flat" cmpd="sng" w="6075">
              <a:solidFill>
                <a:srgbClr val="787878"/>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68"/>
            <p:cNvSpPr/>
            <p:nvPr/>
          </p:nvSpPr>
          <p:spPr>
            <a:xfrm>
              <a:off x="4971724" y="3444422"/>
              <a:ext cx="187915" cy="443092"/>
            </a:xfrm>
            <a:custGeom>
              <a:rect b="b" l="l" r="r" t="t"/>
              <a:pathLst>
                <a:path extrusionOk="0" fill="none" h="3801" w="1612">
                  <a:moveTo>
                    <a:pt x="1" y="1"/>
                  </a:moveTo>
                  <a:lnTo>
                    <a:pt x="1612" y="3800"/>
                  </a:lnTo>
                </a:path>
              </a:pathLst>
            </a:custGeom>
            <a:noFill/>
            <a:ln cap="flat" cmpd="sng" w="7600">
              <a:solidFill>
                <a:srgbClr val="0B2B5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68"/>
            <p:cNvSpPr/>
            <p:nvPr/>
          </p:nvSpPr>
          <p:spPr>
            <a:xfrm>
              <a:off x="4844194" y="3419592"/>
              <a:ext cx="269399" cy="56887"/>
            </a:xfrm>
            <a:custGeom>
              <a:rect b="b" l="l" r="r" t="t"/>
              <a:pathLst>
                <a:path extrusionOk="0" h="488" w="2311">
                  <a:moveTo>
                    <a:pt x="1" y="1"/>
                  </a:moveTo>
                  <a:lnTo>
                    <a:pt x="1" y="487"/>
                  </a:lnTo>
                  <a:lnTo>
                    <a:pt x="2311" y="487"/>
                  </a:lnTo>
                  <a:lnTo>
                    <a:pt x="2311" y="1"/>
                  </a:lnTo>
                  <a:close/>
                </a:path>
              </a:pathLst>
            </a:custGeom>
            <a:solidFill>
              <a:srgbClr val="0B2B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8"/>
            <p:cNvSpPr/>
            <p:nvPr/>
          </p:nvSpPr>
          <p:spPr>
            <a:xfrm>
              <a:off x="3954862" y="2307024"/>
              <a:ext cx="1371359" cy="1013481"/>
            </a:xfrm>
            <a:custGeom>
              <a:rect b="b" l="l" r="r" t="t"/>
              <a:pathLst>
                <a:path extrusionOk="0" fill="none" h="8694" w="11764">
                  <a:moveTo>
                    <a:pt x="0" y="1"/>
                  </a:moveTo>
                  <a:cubicBezTo>
                    <a:pt x="0" y="1"/>
                    <a:pt x="3709" y="8694"/>
                    <a:pt x="11763" y="8694"/>
                  </a:cubicBezTo>
                </a:path>
              </a:pathLst>
            </a:custGeom>
            <a:noFill/>
            <a:ln cap="rnd" cmpd="sng" w="19000">
              <a:solidFill>
                <a:srgbClr val="E099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8"/>
            <p:cNvSpPr/>
            <p:nvPr/>
          </p:nvSpPr>
          <p:spPr>
            <a:xfrm>
              <a:off x="3876875" y="2728667"/>
              <a:ext cx="1304097" cy="1109187"/>
            </a:xfrm>
            <a:custGeom>
              <a:rect b="b" l="l" r="r" t="t"/>
              <a:pathLst>
                <a:path extrusionOk="0" fill="none" h="9515" w="11187">
                  <a:moveTo>
                    <a:pt x="1" y="1"/>
                  </a:moveTo>
                  <a:lnTo>
                    <a:pt x="11186" y="9514"/>
                  </a:lnTo>
                </a:path>
              </a:pathLst>
            </a:custGeom>
            <a:noFill/>
            <a:ln cap="rnd" cmpd="sng" w="19000">
              <a:solidFill>
                <a:srgbClr val="E099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8"/>
            <p:cNvSpPr/>
            <p:nvPr/>
          </p:nvSpPr>
          <p:spPr>
            <a:xfrm>
              <a:off x="5258850" y="2778350"/>
              <a:ext cx="1346538" cy="1109181"/>
            </a:xfrm>
            <a:custGeom>
              <a:rect b="b" l="l" r="r" t="t"/>
              <a:pathLst>
                <a:path extrusionOk="0" fill="none" h="9606" w="11916">
                  <a:moveTo>
                    <a:pt x="2037" y="0"/>
                  </a:moveTo>
                  <a:lnTo>
                    <a:pt x="11915" y="9605"/>
                  </a:lnTo>
                  <a:lnTo>
                    <a:pt x="0" y="9605"/>
                  </a:lnTo>
                </a:path>
              </a:pathLst>
            </a:custGeom>
            <a:noFill/>
            <a:ln cap="rnd" cmpd="sng" w="19000">
              <a:solidFill>
                <a:srgbClr val="E099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8"/>
            <p:cNvSpPr/>
            <p:nvPr/>
          </p:nvSpPr>
          <p:spPr>
            <a:xfrm>
              <a:off x="6488332" y="3773739"/>
              <a:ext cx="230347" cy="230697"/>
            </a:xfrm>
            <a:custGeom>
              <a:rect b="b" l="l" r="r" t="t"/>
              <a:pathLst>
                <a:path extrusionOk="0" h="1979" w="1976">
                  <a:moveTo>
                    <a:pt x="924" y="1"/>
                  </a:moveTo>
                  <a:cubicBezTo>
                    <a:pt x="428" y="1"/>
                    <a:pt x="0" y="445"/>
                    <a:pt x="0" y="975"/>
                  </a:cubicBezTo>
                  <a:cubicBezTo>
                    <a:pt x="0" y="1553"/>
                    <a:pt x="456" y="1978"/>
                    <a:pt x="973" y="1978"/>
                  </a:cubicBezTo>
                  <a:cubicBezTo>
                    <a:pt x="1550" y="1978"/>
                    <a:pt x="1976" y="1522"/>
                    <a:pt x="1976" y="975"/>
                  </a:cubicBezTo>
                  <a:cubicBezTo>
                    <a:pt x="1976" y="428"/>
                    <a:pt x="1520" y="2"/>
                    <a:pt x="973" y="2"/>
                  </a:cubicBezTo>
                  <a:cubicBezTo>
                    <a:pt x="957" y="1"/>
                    <a:pt x="940" y="1"/>
                    <a:pt x="924" y="1"/>
                  </a:cubicBezTo>
                  <a:close/>
                </a:path>
              </a:pathLst>
            </a:custGeom>
            <a:solidFill>
              <a:srgbClr val="006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8"/>
            <p:cNvSpPr/>
            <p:nvPr/>
          </p:nvSpPr>
          <p:spPr>
            <a:xfrm>
              <a:off x="5180855" y="4301929"/>
              <a:ext cx="269399" cy="56771"/>
            </a:xfrm>
            <a:custGeom>
              <a:rect b="b" l="l" r="r" t="t"/>
              <a:pathLst>
                <a:path extrusionOk="0" h="487" w="2311">
                  <a:moveTo>
                    <a:pt x="0" y="0"/>
                  </a:moveTo>
                  <a:lnTo>
                    <a:pt x="0" y="487"/>
                  </a:lnTo>
                  <a:lnTo>
                    <a:pt x="2310" y="487"/>
                  </a:lnTo>
                  <a:lnTo>
                    <a:pt x="2310" y="0"/>
                  </a:lnTo>
                  <a:close/>
                </a:path>
              </a:pathLst>
            </a:custGeom>
            <a:solidFill>
              <a:srgbClr val="0B2B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8"/>
            <p:cNvSpPr/>
            <p:nvPr/>
          </p:nvSpPr>
          <p:spPr>
            <a:xfrm>
              <a:off x="4897351" y="3632220"/>
              <a:ext cx="513852" cy="513852"/>
            </a:xfrm>
            <a:custGeom>
              <a:rect b="b" l="l" r="r" t="t"/>
              <a:pathLst>
                <a:path extrusionOk="0" h="4408" w="4408">
                  <a:moveTo>
                    <a:pt x="2189" y="1"/>
                  </a:moveTo>
                  <a:cubicBezTo>
                    <a:pt x="973" y="1"/>
                    <a:pt x="1" y="1004"/>
                    <a:pt x="1" y="2189"/>
                  </a:cubicBezTo>
                  <a:cubicBezTo>
                    <a:pt x="1" y="3405"/>
                    <a:pt x="973" y="4408"/>
                    <a:pt x="2189" y="4408"/>
                  </a:cubicBezTo>
                  <a:cubicBezTo>
                    <a:pt x="3405" y="4408"/>
                    <a:pt x="4408" y="3405"/>
                    <a:pt x="4408" y="2189"/>
                  </a:cubicBezTo>
                  <a:cubicBezTo>
                    <a:pt x="4408" y="1004"/>
                    <a:pt x="3405" y="1"/>
                    <a:pt x="2189" y="1"/>
                  </a:cubicBezTo>
                  <a:close/>
                </a:path>
              </a:pathLst>
            </a:custGeom>
            <a:solidFill>
              <a:srgbClr val="006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68"/>
            <p:cNvSpPr/>
            <p:nvPr/>
          </p:nvSpPr>
          <p:spPr>
            <a:xfrm>
              <a:off x="5159522" y="3887398"/>
              <a:ext cx="180921" cy="442975"/>
            </a:xfrm>
            <a:custGeom>
              <a:rect b="b" l="l" r="r" t="t"/>
              <a:pathLst>
                <a:path extrusionOk="0" fill="none" h="3800" w="1552">
                  <a:moveTo>
                    <a:pt x="1" y="0"/>
                  </a:moveTo>
                  <a:lnTo>
                    <a:pt x="1551" y="3799"/>
                  </a:lnTo>
                </a:path>
              </a:pathLst>
            </a:custGeom>
            <a:noFill/>
            <a:ln cap="flat" cmpd="sng" w="7600">
              <a:solidFill>
                <a:srgbClr val="0B2B5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68"/>
            <p:cNvSpPr/>
            <p:nvPr/>
          </p:nvSpPr>
          <p:spPr>
            <a:xfrm>
              <a:off x="5481975" y="2767725"/>
              <a:ext cx="1172952" cy="811607"/>
            </a:xfrm>
            <a:custGeom>
              <a:rect b="b" l="l" r="r" t="t"/>
              <a:pathLst>
                <a:path extrusionOk="0" fill="none" h="7296" w="10062">
                  <a:moveTo>
                    <a:pt x="1" y="1"/>
                  </a:moveTo>
                  <a:lnTo>
                    <a:pt x="8876" y="1"/>
                  </a:lnTo>
                  <a:cubicBezTo>
                    <a:pt x="9606" y="1"/>
                    <a:pt x="10062" y="730"/>
                    <a:pt x="9758" y="1368"/>
                  </a:cubicBezTo>
                  <a:lnTo>
                    <a:pt x="7022" y="7296"/>
                  </a:lnTo>
                </a:path>
              </a:pathLst>
            </a:custGeom>
            <a:noFill/>
            <a:ln cap="flat" cmpd="sng" w="9875">
              <a:solidFill>
                <a:srgbClr val="E0994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68"/>
            <p:cNvSpPr/>
            <p:nvPr/>
          </p:nvSpPr>
          <p:spPr>
            <a:xfrm>
              <a:off x="3185950" y="2236148"/>
              <a:ext cx="691042" cy="613171"/>
            </a:xfrm>
            <a:custGeom>
              <a:rect b="b" l="l" r="r" t="t"/>
              <a:pathLst>
                <a:path extrusionOk="0" h="5260" w="5928">
                  <a:moveTo>
                    <a:pt x="0" y="1"/>
                  </a:moveTo>
                  <a:lnTo>
                    <a:pt x="1763" y="5259"/>
                  </a:lnTo>
                  <a:lnTo>
                    <a:pt x="4925" y="5259"/>
                  </a:lnTo>
                  <a:lnTo>
                    <a:pt x="5928" y="1"/>
                  </a:lnTo>
                  <a:close/>
                </a:path>
              </a:pathLst>
            </a:custGeom>
            <a:solidFill>
              <a:srgbClr val="006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8"/>
            <p:cNvSpPr/>
            <p:nvPr/>
          </p:nvSpPr>
          <p:spPr>
            <a:xfrm>
              <a:off x="5932048" y="2547979"/>
              <a:ext cx="963821" cy="219856"/>
            </a:xfrm>
            <a:custGeom>
              <a:rect b="b" l="l" r="r" t="t"/>
              <a:pathLst>
                <a:path extrusionOk="0" h="1886" w="8268">
                  <a:moveTo>
                    <a:pt x="973" y="0"/>
                  </a:moveTo>
                  <a:cubicBezTo>
                    <a:pt x="426" y="0"/>
                    <a:pt x="0" y="426"/>
                    <a:pt x="0" y="943"/>
                  </a:cubicBezTo>
                  <a:cubicBezTo>
                    <a:pt x="0" y="1490"/>
                    <a:pt x="426" y="1885"/>
                    <a:pt x="973" y="1885"/>
                  </a:cubicBezTo>
                  <a:lnTo>
                    <a:pt x="7265" y="1885"/>
                  </a:lnTo>
                  <a:cubicBezTo>
                    <a:pt x="7812" y="1885"/>
                    <a:pt x="8268" y="1429"/>
                    <a:pt x="8207" y="943"/>
                  </a:cubicBezTo>
                  <a:cubicBezTo>
                    <a:pt x="8207" y="426"/>
                    <a:pt x="7812" y="0"/>
                    <a:pt x="7265" y="0"/>
                  </a:cubicBezTo>
                  <a:close/>
                </a:path>
              </a:pathLst>
            </a:custGeom>
            <a:solidFill>
              <a:srgbClr val="995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ycling Equipment Brand Pitch Deck by Slidesgo">
  <a:themeElements>
    <a:clrScheme name="Simple Light">
      <a:dk1>
        <a:srgbClr val="000000"/>
      </a:dk1>
      <a:lt1>
        <a:srgbClr val="F4F4FA"/>
      </a:lt1>
      <a:dk2>
        <a:srgbClr val="474039"/>
      </a:dk2>
      <a:lt2>
        <a:srgbClr val="EFEBD9"/>
      </a:lt2>
      <a:accent1>
        <a:srgbClr val="6C76C7"/>
      </a:accent1>
      <a:accent2>
        <a:srgbClr val="B0B1E1"/>
      </a:accent2>
      <a:accent3>
        <a:srgbClr val="345165"/>
      </a:accent3>
      <a:accent4>
        <a:srgbClr val="CAC7C4"/>
      </a:accent4>
      <a:accent5>
        <a:srgbClr val="6E696B"/>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ycling Equipment Brand Pitch Deck by Slidesgo">
  <a:themeElements>
    <a:clrScheme name="Simple Light">
      <a:dk1>
        <a:srgbClr val="000000"/>
      </a:dk1>
      <a:lt1>
        <a:srgbClr val="F4F4FA"/>
      </a:lt1>
      <a:dk2>
        <a:srgbClr val="474039"/>
      </a:dk2>
      <a:lt2>
        <a:srgbClr val="EFEBD9"/>
      </a:lt2>
      <a:accent1>
        <a:srgbClr val="6C76C7"/>
      </a:accent1>
      <a:accent2>
        <a:srgbClr val="B0B1E1"/>
      </a:accent2>
      <a:accent3>
        <a:srgbClr val="345165"/>
      </a:accent3>
      <a:accent4>
        <a:srgbClr val="CAC7C4"/>
      </a:accent4>
      <a:accent5>
        <a:srgbClr val="6E696B"/>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